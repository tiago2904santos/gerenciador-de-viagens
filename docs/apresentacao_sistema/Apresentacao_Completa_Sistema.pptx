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00.xml" ContentType="application/vnd.openxmlformats-officedocument.presentationml.slide+xml"/>
  <Override PartName="/ppt/slides/slide1001.xml" ContentType="application/vnd.openxmlformats-officedocument.presentationml.slide+xml"/>
  <Override PartName="/ppt/slides/slide1002.xml" ContentType="application/vnd.openxmlformats-officedocument.presentationml.slide+xml"/>
  <Override PartName="/ppt/slides/slide1003.xml" ContentType="application/vnd.openxmlformats-officedocument.presentationml.slide+xml"/>
  <Override PartName="/ppt/slides/slide1004.xml" ContentType="application/vnd.openxmlformats-officedocument.presentationml.slide+xml"/>
  <Override PartName="/ppt/slides/slide1005.xml" ContentType="application/vnd.openxmlformats-officedocument.presentationml.slide+xml"/>
  <Override PartName="/ppt/slides/slide1006.xml" ContentType="application/vnd.openxmlformats-officedocument.presentationml.slide+xml"/>
  <Override PartName="/ppt/slides/slide1007.xml" ContentType="application/vnd.openxmlformats-officedocument.presentationml.slide+xml"/>
  <Override PartName="/ppt/slides/slide1008.xml" ContentType="application/vnd.openxmlformats-officedocument.presentationml.slide+xml"/>
  <Override PartName="/ppt/slides/slide1009.xml" ContentType="application/vnd.openxmlformats-officedocument.presentationml.slide+xml"/>
  <Override PartName="/ppt/slides/slide101.xml" ContentType="application/vnd.openxmlformats-officedocument.presentationml.slide+xml"/>
  <Override PartName="/ppt/slides/slide1010.xml" ContentType="application/vnd.openxmlformats-officedocument.presentationml.slide+xml"/>
  <Override PartName="/ppt/slides/slide1011.xml" ContentType="application/vnd.openxmlformats-officedocument.presentationml.slide+xml"/>
  <Override PartName="/ppt/slides/slide1012.xml" ContentType="application/vnd.openxmlformats-officedocument.presentationml.slide+xml"/>
  <Override PartName="/ppt/slides/slide1013.xml" ContentType="application/vnd.openxmlformats-officedocument.presentationml.slide+xml"/>
  <Override PartName="/ppt/slides/slide1014.xml" ContentType="application/vnd.openxmlformats-officedocument.presentationml.slide+xml"/>
  <Override PartName="/ppt/slides/slide1015.xml" ContentType="application/vnd.openxmlformats-officedocument.presentationml.slide+xml"/>
  <Override PartName="/ppt/slides/slide1016.xml" ContentType="application/vnd.openxmlformats-officedocument.presentationml.slide+xml"/>
  <Override PartName="/ppt/slides/slide1017.xml" ContentType="application/vnd.openxmlformats-officedocument.presentationml.slide+xml"/>
  <Override PartName="/ppt/slides/slide1018.xml" ContentType="application/vnd.openxmlformats-officedocument.presentationml.slide+xml"/>
  <Override PartName="/ppt/slides/slide1019.xml" ContentType="application/vnd.openxmlformats-officedocument.presentationml.slide+xml"/>
  <Override PartName="/ppt/slides/slide102.xml" ContentType="application/vnd.openxmlformats-officedocument.presentationml.slide+xml"/>
  <Override PartName="/ppt/slides/slide1020.xml" ContentType="application/vnd.openxmlformats-officedocument.presentationml.slide+xml"/>
  <Override PartName="/ppt/slides/slide1021.xml" ContentType="application/vnd.openxmlformats-officedocument.presentationml.slide+xml"/>
  <Override PartName="/ppt/slides/slide1022.xml" ContentType="application/vnd.openxmlformats-officedocument.presentationml.slide+xml"/>
  <Override PartName="/ppt/slides/slide1023.xml" ContentType="application/vnd.openxmlformats-officedocument.presentationml.slide+xml"/>
  <Override PartName="/ppt/slides/slide1024.xml" ContentType="application/vnd.openxmlformats-officedocument.presentationml.slide+xml"/>
  <Override PartName="/ppt/slides/slide1025.xml" ContentType="application/vnd.openxmlformats-officedocument.presentationml.slide+xml"/>
  <Override PartName="/ppt/slides/slide1026.xml" ContentType="application/vnd.openxmlformats-officedocument.presentationml.slide+xml"/>
  <Override PartName="/ppt/slides/slide1027.xml" ContentType="application/vnd.openxmlformats-officedocument.presentationml.slide+xml"/>
  <Override PartName="/ppt/slides/slide1028.xml" ContentType="application/vnd.openxmlformats-officedocument.presentationml.slide+xml"/>
  <Override PartName="/ppt/slides/slide1029.xml" ContentType="application/vnd.openxmlformats-officedocument.presentationml.slide+xml"/>
  <Override PartName="/ppt/slides/slide103.xml" ContentType="application/vnd.openxmlformats-officedocument.presentationml.slide+xml"/>
  <Override PartName="/ppt/slides/slide1030.xml" ContentType="application/vnd.openxmlformats-officedocument.presentationml.slide+xml"/>
  <Override PartName="/ppt/slides/slide1031.xml" ContentType="application/vnd.openxmlformats-officedocument.presentationml.slide+xml"/>
  <Override PartName="/ppt/slides/slide1032.xml" ContentType="application/vnd.openxmlformats-officedocument.presentationml.slide+xml"/>
  <Override PartName="/ppt/slides/slide1033.xml" ContentType="application/vnd.openxmlformats-officedocument.presentationml.slide+xml"/>
  <Override PartName="/ppt/slides/slide1034.xml" ContentType="application/vnd.openxmlformats-officedocument.presentationml.slide+xml"/>
  <Override PartName="/ppt/slides/slide1035.xml" ContentType="application/vnd.openxmlformats-officedocument.presentationml.slide+xml"/>
  <Override PartName="/ppt/slides/slide1036.xml" ContentType="application/vnd.openxmlformats-officedocument.presentationml.slide+xml"/>
  <Override PartName="/ppt/slides/slide1037.xml" ContentType="application/vnd.openxmlformats-officedocument.presentationml.slide+xml"/>
  <Override PartName="/ppt/slides/slide1038.xml" ContentType="application/vnd.openxmlformats-officedocument.presentationml.slide+xml"/>
  <Override PartName="/ppt/slides/slide1039.xml" ContentType="application/vnd.openxmlformats-officedocument.presentationml.slide+xml"/>
  <Override PartName="/ppt/slides/slide104.xml" ContentType="application/vnd.openxmlformats-officedocument.presentationml.slide+xml"/>
  <Override PartName="/ppt/slides/slide1040.xml" ContentType="application/vnd.openxmlformats-officedocument.presentationml.slide+xml"/>
  <Override PartName="/ppt/slides/slide1041.xml" ContentType="application/vnd.openxmlformats-officedocument.presentationml.slide+xml"/>
  <Override PartName="/ppt/slides/slide1042.xml" ContentType="application/vnd.openxmlformats-officedocument.presentationml.slide+xml"/>
  <Override PartName="/ppt/slides/slide1043.xml" ContentType="application/vnd.openxmlformats-officedocument.presentationml.slide+xml"/>
  <Override PartName="/ppt/slides/slide1044.xml" ContentType="application/vnd.openxmlformats-officedocument.presentationml.slide+xml"/>
  <Override PartName="/ppt/slides/slide1045.xml" ContentType="application/vnd.openxmlformats-officedocument.presentationml.slide+xml"/>
  <Override PartName="/ppt/slides/slide1046.xml" ContentType="application/vnd.openxmlformats-officedocument.presentationml.slide+xml"/>
  <Override PartName="/ppt/slides/slide1047.xml" ContentType="application/vnd.openxmlformats-officedocument.presentationml.slide+xml"/>
  <Override PartName="/ppt/slides/slide1048.xml" ContentType="application/vnd.openxmlformats-officedocument.presentationml.slide+xml"/>
  <Override PartName="/ppt/slides/slide1049.xml" ContentType="application/vnd.openxmlformats-officedocument.presentationml.slide+xml"/>
  <Override PartName="/ppt/slides/slide105.xml" ContentType="application/vnd.openxmlformats-officedocument.presentationml.slide+xml"/>
  <Override PartName="/ppt/slides/slide1050.xml" ContentType="application/vnd.openxmlformats-officedocument.presentationml.slide+xml"/>
  <Override PartName="/ppt/slides/slide1051.xml" ContentType="application/vnd.openxmlformats-officedocument.presentationml.slide+xml"/>
  <Override PartName="/ppt/slides/slide1052.xml" ContentType="application/vnd.openxmlformats-officedocument.presentationml.slide+xml"/>
  <Override PartName="/ppt/slides/slide1053.xml" ContentType="application/vnd.openxmlformats-officedocument.presentationml.slide+xml"/>
  <Override PartName="/ppt/slides/slide1054.xml" ContentType="application/vnd.openxmlformats-officedocument.presentationml.slide+xml"/>
  <Override PartName="/ppt/slides/slide1055.xml" ContentType="application/vnd.openxmlformats-officedocument.presentationml.slide+xml"/>
  <Override PartName="/ppt/slides/slide1056.xml" ContentType="application/vnd.openxmlformats-officedocument.presentationml.slide+xml"/>
  <Override PartName="/ppt/slides/slide1057.xml" ContentType="application/vnd.openxmlformats-officedocument.presentationml.slide+xml"/>
  <Override PartName="/ppt/slides/slide1058.xml" ContentType="application/vnd.openxmlformats-officedocument.presentationml.slide+xml"/>
  <Override PartName="/ppt/slides/slide1059.xml" ContentType="application/vnd.openxmlformats-officedocument.presentationml.slide+xml"/>
  <Override PartName="/ppt/slides/slide106.xml" ContentType="application/vnd.openxmlformats-officedocument.presentationml.slide+xml"/>
  <Override PartName="/ppt/slides/slide1060.xml" ContentType="application/vnd.openxmlformats-officedocument.presentationml.slide+xml"/>
  <Override PartName="/ppt/slides/slide1061.xml" ContentType="application/vnd.openxmlformats-officedocument.presentationml.slide+xml"/>
  <Override PartName="/ppt/slides/slide1062.xml" ContentType="application/vnd.openxmlformats-officedocument.presentationml.slide+xml"/>
  <Override PartName="/ppt/slides/slide1063.xml" ContentType="application/vnd.openxmlformats-officedocument.presentationml.slide+xml"/>
  <Override PartName="/ppt/slides/slide1064.xml" ContentType="application/vnd.openxmlformats-officedocument.presentationml.slide+xml"/>
  <Override PartName="/ppt/slides/slide1065.xml" ContentType="application/vnd.openxmlformats-officedocument.presentationml.slide+xml"/>
  <Override PartName="/ppt/slides/slide1066.xml" ContentType="application/vnd.openxmlformats-officedocument.presentationml.slide+xml"/>
  <Override PartName="/ppt/slides/slide1067.xml" ContentType="application/vnd.openxmlformats-officedocument.presentationml.slide+xml"/>
  <Override PartName="/ppt/slides/slide1068.xml" ContentType="application/vnd.openxmlformats-officedocument.presentationml.slide+xml"/>
  <Override PartName="/ppt/slides/slide1069.xml" ContentType="application/vnd.openxmlformats-officedocument.presentationml.slide+xml"/>
  <Override PartName="/ppt/slides/slide107.xml" ContentType="application/vnd.openxmlformats-officedocument.presentationml.slide+xml"/>
  <Override PartName="/ppt/slides/slide1070.xml" ContentType="application/vnd.openxmlformats-officedocument.presentationml.slide+xml"/>
  <Override PartName="/ppt/slides/slide1071.xml" ContentType="application/vnd.openxmlformats-officedocument.presentationml.slide+xml"/>
  <Override PartName="/ppt/slides/slide1072.xml" ContentType="application/vnd.openxmlformats-officedocument.presentationml.slide+xml"/>
  <Override PartName="/ppt/slides/slide1073.xml" ContentType="application/vnd.openxmlformats-officedocument.presentationml.slide+xml"/>
  <Override PartName="/ppt/slides/slide1074.xml" ContentType="application/vnd.openxmlformats-officedocument.presentationml.slide+xml"/>
  <Override PartName="/ppt/slides/slide1075.xml" ContentType="application/vnd.openxmlformats-officedocument.presentationml.slide+xml"/>
  <Override PartName="/ppt/slides/slide1076.xml" ContentType="application/vnd.openxmlformats-officedocument.presentationml.slide+xml"/>
  <Override PartName="/ppt/slides/slide1077.xml" ContentType="application/vnd.openxmlformats-officedocument.presentationml.slide+xml"/>
  <Override PartName="/ppt/slides/slide1078.xml" ContentType="application/vnd.openxmlformats-officedocument.presentationml.slide+xml"/>
  <Override PartName="/ppt/slides/slide1079.xml" ContentType="application/vnd.openxmlformats-officedocument.presentationml.slide+xml"/>
  <Override PartName="/ppt/slides/slide108.xml" ContentType="application/vnd.openxmlformats-officedocument.presentationml.slide+xml"/>
  <Override PartName="/ppt/slides/slide1080.xml" ContentType="application/vnd.openxmlformats-officedocument.presentationml.slide+xml"/>
  <Override PartName="/ppt/slides/slide1081.xml" ContentType="application/vnd.openxmlformats-officedocument.presentationml.slide+xml"/>
  <Override PartName="/ppt/slides/slide1082.xml" ContentType="application/vnd.openxmlformats-officedocument.presentationml.slide+xml"/>
  <Override PartName="/ppt/slides/slide1083.xml" ContentType="application/vnd.openxmlformats-officedocument.presentationml.slide+xml"/>
  <Override PartName="/ppt/slides/slide1084.xml" ContentType="application/vnd.openxmlformats-officedocument.presentationml.slide+xml"/>
  <Override PartName="/ppt/slides/slide1085.xml" ContentType="application/vnd.openxmlformats-officedocument.presentationml.slide+xml"/>
  <Override PartName="/ppt/slides/slide1086.xml" ContentType="application/vnd.openxmlformats-officedocument.presentationml.slide+xml"/>
  <Override PartName="/ppt/slides/slide1087.xml" ContentType="application/vnd.openxmlformats-officedocument.presentationml.slide+xml"/>
  <Override PartName="/ppt/slides/slide1088.xml" ContentType="application/vnd.openxmlformats-officedocument.presentationml.slide+xml"/>
  <Override PartName="/ppt/slides/slide1089.xml" ContentType="application/vnd.openxmlformats-officedocument.presentationml.slide+xml"/>
  <Override PartName="/ppt/slides/slide109.xml" ContentType="application/vnd.openxmlformats-officedocument.presentationml.slide+xml"/>
  <Override PartName="/ppt/slides/slide1090.xml" ContentType="application/vnd.openxmlformats-officedocument.presentationml.slide+xml"/>
  <Override PartName="/ppt/slides/slide1091.xml" ContentType="application/vnd.openxmlformats-officedocument.presentationml.slide+xml"/>
  <Override PartName="/ppt/slides/slide1092.xml" ContentType="application/vnd.openxmlformats-officedocument.presentationml.slide+xml"/>
  <Override PartName="/ppt/slides/slide1093.xml" ContentType="application/vnd.openxmlformats-officedocument.presentationml.slide+xml"/>
  <Override PartName="/ppt/slides/slide1094.xml" ContentType="application/vnd.openxmlformats-officedocument.presentationml.slide+xml"/>
  <Override PartName="/ppt/slides/slide1095.xml" ContentType="application/vnd.openxmlformats-officedocument.presentationml.slide+xml"/>
  <Override PartName="/ppt/slides/slide1096.xml" ContentType="application/vnd.openxmlformats-officedocument.presentationml.slide+xml"/>
  <Override PartName="/ppt/slides/slide1097.xml" ContentType="application/vnd.openxmlformats-officedocument.presentationml.slide+xml"/>
  <Override PartName="/ppt/slides/slide1098.xml" ContentType="application/vnd.openxmlformats-officedocument.presentationml.slide+xml"/>
  <Override PartName="/ppt/slides/slide109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00.xml" ContentType="application/vnd.openxmlformats-officedocument.presentationml.slide+xml"/>
  <Override PartName="/ppt/slides/slide1101.xml" ContentType="application/vnd.openxmlformats-officedocument.presentationml.slide+xml"/>
  <Override PartName="/ppt/slides/slide1102.xml" ContentType="application/vnd.openxmlformats-officedocument.presentationml.slide+xml"/>
  <Override PartName="/ppt/slides/slide1103.xml" ContentType="application/vnd.openxmlformats-officedocument.presentationml.slide+xml"/>
  <Override PartName="/ppt/slides/slide1104.xml" ContentType="application/vnd.openxmlformats-officedocument.presentationml.slide+xml"/>
  <Override PartName="/ppt/slides/slide1105.xml" ContentType="application/vnd.openxmlformats-officedocument.presentationml.slide+xml"/>
  <Override PartName="/ppt/slides/slide1106.xml" ContentType="application/vnd.openxmlformats-officedocument.presentationml.slide+xml"/>
  <Override PartName="/ppt/slides/slide1107.xml" ContentType="application/vnd.openxmlformats-officedocument.presentationml.slide+xml"/>
  <Override PartName="/ppt/slides/slide1108.xml" ContentType="application/vnd.openxmlformats-officedocument.presentationml.slide+xml"/>
  <Override PartName="/ppt/slides/slide1109.xml" ContentType="application/vnd.openxmlformats-officedocument.presentationml.slide+xml"/>
  <Override PartName="/ppt/slides/slide111.xml" ContentType="application/vnd.openxmlformats-officedocument.presentationml.slide+xml"/>
  <Override PartName="/ppt/slides/slide1110.xml" ContentType="application/vnd.openxmlformats-officedocument.presentationml.slide+xml"/>
  <Override PartName="/ppt/slides/slide1111.xml" ContentType="application/vnd.openxmlformats-officedocument.presentationml.slide+xml"/>
  <Override PartName="/ppt/slides/slide1112.xml" ContentType="application/vnd.openxmlformats-officedocument.presentationml.slide+xml"/>
  <Override PartName="/ppt/slides/slide1113.xml" ContentType="application/vnd.openxmlformats-officedocument.presentationml.slide+xml"/>
  <Override PartName="/ppt/slides/slide1114.xml" ContentType="application/vnd.openxmlformats-officedocument.presentationml.slide+xml"/>
  <Override PartName="/ppt/slides/slide1115.xml" ContentType="application/vnd.openxmlformats-officedocument.presentationml.slide+xml"/>
  <Override PartName="/ppt/slides/slide1116.xml" ContentType="application/vnd.openxmlformats-officedocument.presentationml.slide+xml"/>
  <Override PartName="/ppt/slides/slide1117.xml" ContentType="application/vnd.openxmlformats-officedocument.presentationml.slide+xml"/>
  <Override PartName="/ppt/slides/slide1118.xml" ContentType="application/vnd.openxmlformats-officedocument.presentationml.slide+xml"/>
  <Override PartName="/ppt/slides/slide1119.xml" ContentType="application/vnd.openxmlformats-officedocument.presentationml.slide+xml"/>
  <Override PartName="/ppt/slides/slide112.xml" ContentType="application/vnd.openxmlformats-officedocument.presentationml.slide+xml"/>
  <Override PartName="/ppt/slides/slide1120.xml" ContentType="application/vnd.openxmlformats-officedocument.presentationml.slide+xml"/>
  <Override PartName="/ppt/slides/slide1121.xml" ContentType="application/vnd.openxmlformats-officedocument.presentationml.slide+xml"/>
  <Override PartName="/ppt/slides/slide1122.xml" ContentType="application/vnd.openxmlformats-officedocument.presentationml.slide+xml"/>
  <Override PartName="/ppt/slides/slide1123.xml" ContentType="application/vnd.openxmlformats-officedocument.presentationml.slide+xml"/>
  <Override PartName="/ppt/slides/slide1124.xml" ContentType="application/vnd.openxmlformats-officedocument.presentationml.slide+xml"/>
  <Override PartName="/ppt/slides/slide1125.xml" ContentType="application/vnd.openxmlformats-officedocument.presentationml.slide+xml"/>
  <Override PartName="/ppt/slides/slide1126.xml" ContentType="application/vnd.openxmlformats-officedocument.presentationml.slide+xml"/>
  <Override PartName="/ppt/slides/slide1127.xml" ContentType="application/vnd.openxmlformats-officedocument.presentationml.slide+xml"/>
  <Override PartName="/ppt/slides/slide1128.xml" ContentType="application/vnd.openxmlformats-officedocument.presentationml.slide+xml"/>
  <Override PartName="/ppt/slides/slide1129.xml" ContentType="application/vnd.openxmlformats-officedocument.presentationml.slide+xml"/>
  <Override PartName="/ppt/slides/slide113.xml" ContentType="application/vnd.openxmlformats-officedocument.presentationml.slide+xml"/>
  <Override PartName="/ppt/slides/slide1130.xml" ContentType="application/vnd.openxmlformats-officedocument.presentationml.slide+xml"/>
  <Override PartName="/ppt/slides/slide1131.xml" ContentType="application/vnd.openxmlformats-officedocument.presentationml.slide+xml"/>
  <Override PartName="/ppt/slides/slide1132.xml" ContentType="application/vnd.openxmlformats-officedocument.presentationml.slide+xml"/>
  <Override PartName="/ppt/slides/slide1133.xml" ContentType="application/vnd.openxmlformats-officedocument.presentationml.slide+xml"/>
  <Override PartName="/ppt/slides/slide1134.xml" ContentType="application/vnd.openxmlformats-officedocument.presentationml.slide+xml"/>
  <Override PartName="/ppt/slides/slide1135.xml" ContentType="application/vnd.openxmlformats-officedocument.presentationml.slide+xml"/>
  <Override PartName="/ppt/slides/slide1136.xml" ContentType="application/vnd.openxmlformats-officedocument.presentationml.slide+xml"/>
  <Override PartName="/ppt/slides/slide1137.xml" ContentType="application/vnd.openxmlformats-officedocument.presentationml.slide+xml"/>
  <Override PartName="/ppt/slides/slide1138.xml" ContentType="application/vnd.openxmlformats-officedocument.presentationml.slide+xml"/>
  <Override PartName="/ppt/slides/slide1139.xml" ContentType="application/vnd.openxmlformats-officedocument.presentationml.slide+xml"/>
  <Override PartName="/ppt/slides/slide114.xml" ContentType="application/vnd.openxmlformats-officedocument.presentationml.slide+xml"/>
  <Override PartName="/ppt/slides/slide1140.xml" ContentType="application/vnd.openxmlformats-officedocument.presentationml.slide+xml"/>
  <Override PartName="/ppt/slides/slide1141.xml" ContentType="application/vnd.openxmlformats-officedocument.presentationml.slide+xml"/>
  <Override PartName="/ppt/slides/slide1142.xml" ContentType="application/vnd.openxmlformats-officedocument.presentationml.slide+xml"/>
  <Override PartName="/ppt/slides/slide1143.xml" ContentType="application/vnd.openxmlformats-officedocument.presentationml.slide+xml"/>
  <Override PartName="/ppt/slides/slide1144.xml" ContentType="application/vnd.openxmlformats-officedocument.presentationml.slide+xml"/>
  <Override PartName="/ppt/slides/slide1145.xml" ContentType="application/vnd.openxmlformats-officedocument.presentationml.slide+xml"/>
  <Override PartName="/ppt/slides/slide1146.xml" ContentType="application/vnd.openxmlformats-officedocument.presentationml.slide+xml"/>
  <Override PartName="/ppt/slides/slide1147.xml" ContentType="application/vnd.openxmlformats-officedocument.presentationml.slide+xml"/>
  <Override PartName="/ppt/slides/slide1148.xml" ContentType="application/vnd.openxmlformats-officedocument.presentationml.slide+xml"/>
  <Override PartName="/ppt/slides/slide1149.xml" ContentType="application/vnd.openxmlformats-officedocument.presentationml.slide+xml"/>
  <Override PartName="/ppt/slides/slide115.xml" ContentType="application/vnd.openxmlformats-officedocument.presentationml.slide+xml"/>
  <Override PartName="/ppt/slides/slide1150.xml" ContentType="application/vnd.openxmlformats-officedocument.presentationml.slide+xml"/>
  <Override PartName="/ppt/slides/slide1151.xml" ContentType="application/vnd.openxmlformats-officedocument.presentationml.slide+xml"/>
  <Override PartName="/ppt/slides/slide1152.xml" ContentType="application/vnd.openxmlformats-officedocument.presentationml.slide+xml"/>
  <Override PartName="/ppt/slides/slide1153.xml" ContentType="application/vnd.openxmlformats-officedocument.presentationml.slide+xml"/>
  <Override PartName="/ppt/slides/slide1154.xml" ContentType="application/vnd.openxmlformats-officedocument.presentationml.slide+xml"/>
  <Override PartName="/ppt/slides/slide1155.xml" ContentType="application/vnd.openxmlformats-officedocument.presentationml.slide+xml"/>
  <Override PartName="/ppt/slides/slide1156.xml" ContentType="application/vnd.openxmlformats-officedocument.presentationml.slide+xml"/>
  <Override PartName="/ppt/slides/slide1157.xml" ContentType="application/vnd.openxmlformats-officedocument.presentationml.slide+xml"/>
  <Override PartName="/ppt/slides/slide1158.xml" ContentType="application/vnd.openxmlformats-officedocument.presentationml.slide+xml"/>
  <Override PartName="/ppt/slides/slide1159.xml" ContentType="application/vnd.openxmlformats-officedocument.presentationml.slide+xml"/>
  <Override PartName="/ppt/slides/slide116.xml" ContentType="application/vnd.openxmlformats-officedocument.presentationml.slide+xml"/>
  <Override PartName="/ppt/slides/slide1160.xml" ContentType="application/vnd.openxmlformats-officedocument.presentationml.slide+xml"/>
  <Override PartName="/ppt/slides/slide1161.xml" ContentType="application/vnd.openxmlformats-officedocument.presentationml.slide+xml"/>
  <Override PartName="/ppt/slides/slide1162.xml" ContentType="application/vnd.openxmlformats-officedocument.presentationml.slide+xml"/>
  <Override PartName="/ppt/slides/slide1163.xml" ContentType="application/vnd.openxmlformats-officedocument.presentationml.slide+xml"/>
  <Override PartName="/ppt/slides/slide1164.xml" ContentType="application/vnd.openxmlformats-officedocument.presentationml.slide+xml"/>
  <Override PartName="/ppt/slides/slide1165.xml" ContentType="application/vnd.openxmlformats-officedocument.presentationml.slide+xml"/>
  <Override PartName="/ppt/slides/slide1166.xml" ContentType="application/vnd.openxmlformats-officedocument.presentationml.slide+xml"/>
  <Override PartName="/ppt/slides/slide1167.xml" ContentType="application/vnd.openxmlformats-officedocument.presentationml.slide+xml"/>
  <Override PartName="/ppt/slides/slide1168.xml" ContentType="application/vnd.openxmlformats-officedocument.presentationml.slide+xml"/>
  <Override PartName="/ppt/slides/slide1169.xml" ContentType="application/vnd.openxmlformats-officedocument.presentationml.slide+xml"/>
  <Override PartName="/ppt/slides/slide117.xml" ContentType="application/vnd.openxmlformats-officedocument.presentationml.slide+xml"/>
  <Override PartName="/ppt/slides/slide1170.xml" ContentType="application/vnd.openxmlformats-officedocument.presentationml.slide+xml"/>
  <Override PartName="/ppt/slides/slide1171.xml" ContentType="application/vnd.openxmlformats-officedocument.presentationml.slide+xml"/>
  <Override PartName="/ppt/slides/slide1172.xml" ContentType="application/vnd.openxmlformats-officedocument.presentationml.slide+xml"/>
  <Override PartName="/ppt/slides/slide1173.xml" ContentType="application/vnd.openxmlformats-officedocument.presentationml.slide+xml"/>
  <Override PartName="/ppt/slides/slide1174.xml" ContentType="application/vnd.openxmlformats-officedocument.presentationml.slide+xml"/>
  <Override PartName="/ppt/slides/slide1175.xml" ContentType="application/vnd.openxmlformats-officedocument.presentationml.slide+xml"/>
  <Override PartName="/ppt/slides/slide1176.xml" ContentType="application/vnd.openxmlformats-officedocument.presentationml.slide+xml"/>
  <Override PartName="/ppt/slides/slide1177.xml" ContentType="application/vnd.openxmlformats-officedocument.presentationml.slide+xml"/>
  <Override PartName="/ppt/slides/slide1178.xml" ContentType="application/vnd.openxmlformats-officedocument.presentationml.slide+xml"/>
  <Override PartName="/ppt/slides/slide1179.xml" ContentType="application/vnd.openxmlformats-officedocument.presentationml.slide+xml"/>
  <Override PartName="/ppt/slides/slide118.xml" ContentType="application/vnd.openxmlformats-officedocument.presentationml.slide+xml"/>
  <Override PartName="/ppt/slides/slide1180.xml" ContentType="application/vnd.openxmlformats-officedocument.presentationml.slide+xml"/>
  <Override PartName="/ppt/slides/slide1181.xml" ContentType="application/vnd.openxmlformats-officedocument.presentationml.slide+xml"/>
  <Override PartName="/ppt/slides/slide1182.xml" ContentType="application/vnd.openxmlformats-officedocument.presentationml.slide+xml"/>
  <Override PartName="/ppt/slides/slide1183.xml" ContentType="application/vnd.openxmlformats-officedocument.presentationml.slide+xml"/>
  <Override PartName="/ppt/slides/slide1184.xml" ContentType="application/vnd.openxmlformats-officedocument.presentationml.slide+xml"/>
  <Override PartName="/ppt/slides/slide1185.xml" ContentType="application/vnd.openxmlformats-officedocument.presentationml.slide+xml"/>
  <Override PartName="/ppt/slides/slide1186.xml" ContentType="application/vnd.openxmlformats-officedocument.presentationml.slide+xml"/>
  <Override PartName="/ppt/slides/slide1187.xml" ContentType="application/vnd.openxmlformats-officedocument.presentationml.slide+xml"/>
  <Override PartName="/ppt/slides/slide1188.xml" ContentType="application/vnd.openxmlformats-officedocument.presentationml.slide+xml"/>
  <Override PartName="/ppt/slides/slide1189.xml" ContentType="application/vnd.openxmlformats-officedocument.presentationml.slide+xml"/>
  <Override PartName="/ppt/slides/slide119.xml" ContentType="application/vnd.openxmlformats-officedocument.presentationml.slide+xml"/>
  <Override PartName="/ppt/slides/slide1190.xml" ContentType="application/vnd.openxmlformats-officedocument.presentationml.slide+xml"/>
  <Override PartName="/ppt/slides/slide1191.xml" ContentType="application/vnd.openxmlformats-officedocument.presentationml.slide+xml"/>
  <Override PartName="/ppt/slides/slide1192.xml" ContentType="application/vnd.openxmlformats-officedocument.presentationml.slide+xml"/>
  <Override PartName="/ppt/slides/slide1193.xml" ContentType="application/vnd.openxmlformats-officedocument.presentationml.slide+xml"/>
  <Override PartName="/ppt/slides/slide1194.xml" ContentType="application/vnd.openxmlformats-officedocument.presentationml.slide+xml"/>
  <Override PartName="/ppt/slides/slide1195.xml" ContentType="application/vnd.openxmlformats-officedocument.presentationml.slide+xml"/>
  <Override PartName="/ppt/slides/slide1196.xml" ContentType="application/vnd.openxmlformats-officedocument.presentationml.slide+xml"/>
  <Override PartName="/ppt/slides/slide1197.xml" ContentType="application/vnd.openxmlformats-officedocument.presentationml.slide+xml"/>
  <Override PartName="/ppt/slides/slide1198.xml" ContentType="application/vnd.openxmlformats-officedocument.presentationml.slide+xml"/>
  <Override PartName="/ppt/slides/slide119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00.xml" ContentType="application/vnd.openxmlformats-officedocument.presentationml.slide+xml"/>
  <Override PartName="/ppt/slides/slide1201.xml" ContentType="application/vnd.openxmlformats-officedocument.presentationml.slide+xml"/>
  <Override PartName="/ppt/slides/slide1202.xml" ContentType="application/vnd.openxmlformats-officedocument.presentationml.slide+xml"/>
  <Override PartName="/ppt/slides/slide1203.xml" ContentType="application/vnd.openxmlformats-officedocument.presentationml.slide+xml"/>
  <Override PartName="/ppt/slides/slide1204.xml" ContentType="application/vnd.openxmlformats-officedocument.presentationml.slide+xml"/>
  <Override PartName="/ppt/slides/slide1205.xml" ContentType="application/vnd.openxmlformats-officedocument.presentationml.slide+xml"/>
  <Override PartName="/ppt/slides/slide1206.xml" ContentType="application/vnd.openxmlformats-officedocument.presentationml.slide+xml"/>
  <Override PartName="/ppt/slides/slide1207.xml" ContentType="application/vnd.openxmlformats-officedocument.presentationml.slide+xml"/>
  <Override PartName="/ppt/slides/slide1208.xml" ContentType="application/vnd.openxmlformats-officedocument.presentationml.slide+xml"/>
  <Override PartName="/ppt/slides/slide1209.xml" ContentType="application/vnd.openxmlformats-officedocument.presentationml.slide+xml"/>
  <Override PartName="/ppt/slides/slide121.xml" ContentType="application/vnd.openxmlformats-officedocument.presentationml.slide+xml"/>
  <Override PartName="/ppt/slides/slide1210.xml" ContentType="application/vnd.openxmlformats-officedocument.presentationml.slide+xml"/>
  <Override PartName="/ppt/slides/slide1211.xml" ContentType="application/vnd.openxmlformats-officedocument.presentationml.slide+xml"/>
  <Override PartName="/ppt/slides/slide1212.xml" ContentType="application/vnd.openxmlformats-officedocument.presentationml.slide+xml"/>
  <Override PartName="/ppt/slides/slide1213.xml" ContentType="application/vnd.openxmlformats-officedocument.presentationml.slide+xml"/>
  <Override PartName="/ppt/slides/slide1214.xml" ContentType="application/vnd.openxmlformats-officedocument.presentationml.slide+xml"/>
  <Override PartName="/ppt/slides/slide1215.xml" ContentType="application/vnd.openxmlformats-officedocument.presentationml.slide+xml"/>
  <Override PartName="/ppt/slides/slide1216.xml" ContentType="application/vnd.openxmlformats-officedocument.presentationml.slide+xml"/>
  <Override PartName="/ppt/slides/slide1217.xml" ContentType="application/vnd.openxmlformats-officedocument.presentationml.slide+xml"/>
  <Override PartName="/ppt/slides/slide1218.xml" ContentType="application/vnd.openxmlformats-officedocument.presentationml.slide+xml"/>
  <Override PartName="/ppt/slides/slide1219.xml" ContentType="application/vnd.openxmlformats-officedocument.presentationml.slide+xml"/>
  <Override PartName="/ppt/slides/slide122.xml" ContentType="application/vnd.openxmlformats-officedocument.presentationml.slide+xml"/>
  <Override PartName="/ppt/slides/slide1220.xml" ContentType="application/vnd.openxmlformats-officedocument.presentationml.slide+xml"/>
  <Override PartName="/ppt/slides/slide1221.xml" ContentType="application/vnd.openxmlformats-officedocument.presentationml.slide+xml"/>
  <Override PartName="/ppt/slides/slide1222.xml" ContentType="application/vnd.openxmlformats-officedocument.presentationml.slide+xml"/>
  <Override PartName="/ppt/slides/slide1223.xml" ContentType="application/vnd.openxmlformats-officedocument.presentationml.slide+xml"/>
  <Override PartName="/ppt/slides/slide1224.xml" ContentType="application/vnd.openxmlformats-officedocument.presentationml.slide+xml"/>
  <Override PartName="/ppt/slides/slide1225.xml" ContentType="application/vnd.openxmlformats-officedocument.presentationml.slide+xml"/>
  <Override PartName="/ppt/slides/slide1226.xml" ContentType="application/vnd.openxmlformats-officedocument.presentationml.slide+xml"/>
  <Override PartName="/ppt/slides/slide1227.xml" ContentType="application/vnd.openxmlformats-officedocument.presentationml.slide+xml"/>
  <Override PartName="/ppt/slides/slide1228.xml" ContentType="application/vnd.openxmlformats-officedocument.presentationml.slide+xml"/>
  <Override PartName="/ppt/slides/slide1229.xml" ContentType="application/vnd.openxmlformats-officedocument.presentationml.slide+xml"/>
  <Override PartName="/ppt/slides/slide123.xml" ContentType="application/vnd.openxmlformats-officedocument.presentationml.slide+xml"/>
  <Override PartName="/ppt/slides/slide1230.xml" ContentType="application/vnd.openxmlformats-officedocument.presentationml.slide+xml"/>
  <Override PartName="/ppt/slides/slide1231.xml" ContentType="application/vnd.openxmlformats-officedocument.presentationml.slide+xml"/>
  <Override PartName="/ppt/slides/slide1232.xml" ContentType="application/vnd.openxmlformats-officedocument.presentationml.slide+xml"/>
  <Override PartName="/ppt/slides/slide1233.xml" ContentType="application/vnd.openxmlformats-officedocument.presentationml.slide+xml"/>
  <Override PartName="/ppt/slides/slide1234.xml" ContentType="application/vnd.openxmlformats-officedocument.presentationml.slide+xml"/>
  <Override PartName="/ppt/slides/slide1235.xml" ContentType="application/vnd.openxmlformats-officedocument.presentationml.slide+xml"/>
  <Override PartName="/ppt/slides/slide1236.xml" ContentType="application/vnd.openxmlformats-officedocument.presentationml.slide+xml"/>
  <Override PartName="/ppt/slides/slide1237.xml" ContentType="application/vnd.openxmlformats-officedocument.presentationml.slide+xml"/>
  <Override PartName="/ppt/slides/slide1238.xml" ContentType="application/vnd.openxmlformats-officedocument.presentationml.slide+xml"/>
  <Override PartName="/ppt/slides/slide1239.xml" ContentType="application/vnd.openxmlformats-officedocument.presentationml.slide+xml"/>
  <Override PartName="/ppt/slides/slide124.xml" ContentType="application/vnd.openxmlformats-officedocument.presentationml.slide+xml"/>
  <Override PartName="/ppt/slides/slide1240.xml" ContentType="application/vnd.openxmlformats-officedocument.presentationml.slide+xml"/>
  <Override PartName="/ppt/slides/slide1241.xml" ContentType="application/vnd.openxmlformats-officedocument.presentationml.slide+xml"/>
  <Override PartName="/ppt/slides/slide1242.xml" ContentType="application/vnd.openxmlformats-officedocument.presentationml.slide+xml"/>
  <Override PartName="/ppt/slides/slide1243.xml" ContentType="application/vnd.openxmlformats-officedocument.presentationml.slide+xml"/>
  <Override PartName="/ppt/slides/slide1244.xml" ContentType="application/vnd.openxmlformats-officedocument.presentationml.slide+xml"/>
  <Override PartName="/ppt/slides/slide1245.xml" ContentType="application/vnd.openxmlformats-officedocument.presentationml.slide+xml"/>
  <Override PartName="/ppt/slides/slide1246.xml" ContentType="application/vnd.openxmlformats-officedocument.presentationml.slide+xml"/>
  <Override PartName="/ppt/slides/slide1247.xml" ContentType="application/vnd.openxmlformats-officedocument.presentationml.slide+xml"/>
  <Override PartName="/ppt/slides/slide1248.xml" ContentType="application/vnd.openxmlformats-officedocument.presentationml.slide+xml"/>
  <Override PartName="/ppt/slides/slide1249.xml" ContentType="application/vnd.openxmlformats-officedocument.presentationml.slide+xml"/>
  <Override PartName="/ppt/slides/slide125.xml" ContentType="application/vnd.openxmlformats-officedocument.presentationml.slide+xml"/>
  <Override PartName="/ppt/slides/slide1250.xml" ContentType="application/vnd.openxmlformats-officedocument.presentationml.slide+xml"/>
  <Override PartName="/ppt/slides/slide1251.xml" ContentType="application/vnd.openxmlformats-officedocument.presentationml.slide+xml"/>
  <Override PartName="/ppt/slides/slide1252.xml" ContentType="application/vnd.openxmlformats-officedocument.presentationml.slide+xml"/>
  <Override PartName="/ppt/slides/slide1253.xml" ContentType="application/vnd.openxmlformats-officedocument.presentationml.slide+xml"/>
  <Override PartName="/ppt/slides/slide1254.xml" ContentType="application/vnd.openxmlformats-officedocument.presentationml.slide+xml"/>
  <Override PartName="/ppt/slides/slide1255.xml" ContentType="application/vnd.openxmlformats-officedocument.presentationml.slide+xml"/>
  <Override PartName="/ppt/slides/slide1256.xml" ContentType="application/vnd.openxmlformats-officedocument.presentationml.slide+xml"/>
  <Override PartName="/ppt/slides/slide1257.xml" ContentType="application/vnd.openxmlformats-officedocument.presentationml.slide+xml"/>
  <Override PartName="/ppt/slides/slide1258.xml" ContentType="application/vnd.openxmlformats-officedocument.presentationml.slide+xml"/>
  <Override PartName="/ppt/slides/slide1259.xml" ContentType="application/vnd.openxmlformats-officedocument.presentationml.slide+xml"/>
  <Override PartName="/ppt/slides/slide126.xml" ContentType="application/vnd.openxmlformats-officedocument.presentationml.slide+xml"/>
  <Override PartName="/ppt/slides/slide1260.xml" ContentType="application/vnd.openxmlformats-officedocument.presentationml.slide+xml"/>
  <Override PartName="/ppt/slides/slide1261.xml" ContentType="application/vnd.openxmlformats-officedocument.presentationml.slide+xml"/>
  <Override PartName="/ppt/slides/slide1262.xml" ContentType="application/vnd.openxmlformats-officedocument.presentationml.slide+xml"/>
  <Override PartName="/ppt/slides/slide1263.xml" ContentType="application/vnd.openxmlformats-officedocument.presentationml.slide+xml"/>
  <Override PartName="/ppt/slides/slide1264.xml" ContentType="application/vnd.openxmlformats-officedocument.presentationml.slide+xml"/>
  <Override PartName="/ppt/slides/slide1265.xml" ContentType="application/vnd.openxmlformats-officedocument.presentationml.slide+xml"/>
  <Override PartName="/ppt/slides/slide1266.xml" ContentType="application/vnd.openxmlformats-officedocument.presentationml.slide+xml"/>
  <Override PartName="/ppt/slides/slide1267.xml" ContentType="application/vnd.openxmlformats-officedocument.presentationml.slide+xml"/>
  <Override PartName="/ppt/slides/slide1268.xml" ContentType="application/vnd.openxmlformats-officedocument.presentationml.slide+xml"/>
  <Override PartName="/ppt/slides/slide1269.xml" ContentType="application/vnd.openxmlformats-officedocument.presentationml.slide+xml"/>
  <Override PartName="/ppt/slides/slide127.xml" ContentType="application/vnd.openxmlformats-officedocument.presentationml.slide+xml"/>
  <Override PartName="/ppt/slides/slide1270.xml" ContentType="application/vnd.openxmlformats-officedocument.presentationml.slide+xml"/>
  <Override PartName="/ppt/slides/slide1271.xml" ContentType="application/vnd.openxmlformats-officedocument.presentationml.slide+xml"/>
  <Override PartName="/ppt/slides/slide1272.xml" ContentType="application/vnd.openxmlformats-officedocument.presentationml.slide+xml"/>
  <Override PartName="/ppt/slides/slide1273.xml" ContentType="application/vnd.openxmlformats-officedocument.presentationml.slide+xml"/>
  <Override PartName="/ppt/slides/slide1274.xml" ContentType="application/vnd.openxmlformats-officedocument.presentationml.slide+xml"/>
  <Override PartName="/ppt/slides/slide1275.xml" ContentType="application/vnd.openxmlformats-officedocument.presentationml.slide+xml"/>
  <Override PartName="/ppt/slides/slide1276.xml" ContentType="application/vnd.openxmlformats-officedocument.presentationml.slide+xml"/>
  <Override PartName="/ppt/slides/slide1277.xml" ContentType="application/vnd.openxmlformats-officedocument.presentationml.slide+xml"/>
  <Override PartName="/ppt/slides/slide1278.xml" ContentType="application/vnd.openxmlformats-officedocument.presentationml.slide+xml"/>
  <Override PartName="/ppt/slides/slide1279.xml" ContentType="application/vnd.openxmlformats-officedocument.presentationml.slide+xml"/>
  <Override PartName="/ppt/slides/slide128.xml" ContentType="application/vnd.openxmlformats-officedocument.presentationml.slide+xml"/>
  <Override PartName="/ppt/slides/slide1280.xml" ContentType="application/vnd.openxmlformats-officedocument.presentationml.slide+xml"/>
  <Override PartName="/ppt/slides/slide1281.xml" ContentType="application/vnd.openxmlformats-officedocument.presentationml.slide+xml"/>
  <Override PartName="/ppt/slides/slide1282.xml" ContentType="application/vnd.openxmlformats-officedocument.presentationml.slide+xml"/>
  <Override PartName="/ppt/slides/slide1283.xml" ContentType="application/vnd.openxmlformats-officedocument.presentationml.slide+xml"/>
  <Override PartName="/ppt/slides/slide1284.xml" ContentType="application/vnd.openxmlformats-officedocument.presentationml.slide+xml"/>
  <Override PartName="/ppt/slides/slide1285.xml" ContentType="application/vnd.openxmlformats-officedocument.presentationml.slide+xml"/>
  <Override PartName="/ppt/slides/slide1286.xml" ContentType="application/vnd.openxmlformats-officedocument.presentationml.slide+xml"/>
  <Override PartName="/ppt/slides/slide1287.xml" ContentType="application/vnd.openxmlformats-officedocument.presentationml.slide+xml"/>
  <Override PartName="/ppt/slides/slide1288.xml" ContentType="application/vnd.openxmlformats-officedocument.presentationml.slide+xml"/>
  <Override PartName="/ppt/slides/slide1289.xml" ContentType="application/vnd.openxmlformats-officedocument.presentationml.slide+xml"/>
  <Override PartName="/ppt/slides/slide129.xml" ContentType="application/vnd.openxmlformats-officedocument.presentationml.slide+xml"/>
  <Override PartName="/ppt/slides/slide1290.xml" ContentType="application/vnd.openxmlformats-officedocument.presentationml.slide+xml"/>
  <Override PartName="/ppt/slides/slide1291.xml" ContentType="application/vnd.openxmlformats-officedocument.presentationml.slide+xml"/>
  <Override PartName="/ppt/slides/slide1292.xml" ContentType="application/vnd.openxmlformats-officedocument.presentationml.slide+xml"/>
  <Override PartName="/ppt/slides/slide1293.xml" ContentType="application/vnd.openxmlformats-officedocument.presentationml.slide+xml"/>
  <Override PartName="/ppt/slides/slide1294.xml" ContentType="application/vnd.openxmlformats-officedocument.presentationml.slide+xml"/>
  <Override PartName="/ppt/slides/slide1295.xml" ContentType="application/vnd.openxmlformats-officedocument.presentationml.slide+xml"/>
  <Override PartName="/ppt/slides/slide1296.xml" ContentType="application/vnd.openxmlformats-officedocument.presentationml.slide+xml"/>
  <Override PartName="/ppt/slides/slide1297.xml" ContentType="application/vnd.openxmlformats-officedocument.presentationml.slide+xml"/>
  <Override PartName="/ppt/slides/slide1298.xml" ContentType="application/vnd.openxmlformats-officedocument.presentationml.slide+xml"/>
  <Override PartName="/ppt/slides/slide129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0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56.xml" ContentType="application/vnd.openxmlformats-officedocument.presentationml.slide+xml"/>
  <Override PartName="/ppt/slides/slide457.xml" ContentType="application/vnd.openxmlformats-officedocument.presentationml.slide+xml"/>
  <Override PartName="/ppt/slides/slide458.xml" ContentType="application/vnd.openxmlformats-officedocument.presentationml.slide+xml"/>
  <Override PartName="/ppt/slides/slide459.xml" ContentType="application/vnd.openxmlformats-officedocument.presentationml.slide+xml"/>
  <Override PartName="/ppt/slides/slide46.xml" ContentType="application/vnd.openxmlformats-officedocument.presentationml.slide+xml"/>
  <Override PartName="/ppt/slides/slide460.xml" ContentType="application/vnd.openxmlformats-officedocument.presentationml.slide+xml"/>
  <Override PartName="/ppt/slides/slide461.xml" ContentType="application/vnd.openxmlformats-officedocument.presentationml.slide+xml"/>
  <Override PartName="/ppt/slides/slide462.xml" ContentType="application/vnd.openxmlformats-officedocument.presentationml.slide+xml"/>
  <Override PartName="/ppt/slides/slide463.xml" ContentType="application/vnd.openxmlformats-officedocument.presentationml.slide+xml"/>
  <Override PartName="/ppt/slides/slide464.xml" ContentType="application/vnd.openxmlformats-officedocument.presentationml.slide+xml"/>
  <Override PartName="/ppt/slides/slide465.xml" ContentType="application/vnd.openxmlformats-officedocument.presentationml.slide+xml"/>
  <Override PartName="/ppt/slides/slide466.xml" ContentType="application/vnd.openxmlformats-officedocument.presentationml.slide+xml"/>
  <Override PartName="/ppt/slides/slide467.xml" ContentType="application/vnd.openxmlformats-officedocument.presentationml.slide+xml"/>
  <Override PartName="/ppt/slides/slide468.xml" ContentType="application/vnd.openxmlformats-officedocument.presentationml.slide+xml"/>
  <Override PartName="/ppt/slides/slide469.xml" ContentType="application/vnd.openxmlformats-officedocument.presentationml.slide+xml"/>
  <Override PartName="/ppt/slides/slide47.xml" ContentType="application/vnd.openxmlformats-officedocument.presentationml.slide+xml"/>
  <Override PartName="/ppt/slides/slide470.xml" ContentType="application/vnd.openxmlformats-officedocument.presentationml.slide+xml"/>
  <Override PartName="/ppt/slides/slide471.xml" ContentType="application/vnd.openxmlformats-officedocument.presentationml.slide+xml"/>
  <Override PartName="/ppt/slides/slide472.xml" ContentType="application/vnd.openxmlformats-officedocument.presentationml.slide+xml"/>
  <Override PartName="/ppt/slides/slide473.xml" ContentType="application/vnd.openxmlformats-officedocument.presentationml.slide+xml"/>
  <Override PartName="/ppt/slides/slide474.xml" ContentType="application/vnd.openxmlformats-officedocument.presentationml.slide+xml"/>
  <Override PartName="/ppt/slides/slide475.xml" ContentType="application/vnd.openxmlformats-officedocument.presentationml.slide+xml"/>
  <Override PartName="/ppt/slides/slide476.xml" ContentType="application/vnd.openxmlformats-officedocument.presentationml.slide+xml"/>
  <Override PartName="/ppt/slides/slide477.xml" ContentType="application/vnd.openxmlformats-officedocument.presentationml.slide+xml"/>
  <Override PartName="/ppt/slides/slide478.xml" ContentType="application/vnd.openxmlformats-officedocument.presentationml.slide+xml"/>
  <Override PartName="/ppt/slides/slide479.xml" ContentType="application/vnd.openxmlformats-officedocument.presentationml.slide+xml"/>
  <Override PartName="/ppt/slides/slide48.xml" ContentType="application/vnd.openxmlformats-officedocument.presentationml.slide+xml"/>
  <Override PartName="/ppt/slides/slide480.xml" ContentType="application/vnd.openxmlformats-officedocument.presentationml.slide+xml"/>
  <Override PartName="/ppt/slides/slide481.xml" ContentType="application/vnd.openxmlformats-officedocument.presentationml.slide+xml"/>
  <Override PartName="/ppt/slides/slide482.xml" ContentType="application/vnd.openxmlformats-officedocument.presentationml.slide+xml"/>
  <Override PartName="/ppt/slides/slide483.xml" ContentType="application/vnd.openxmlformats-officedocument.presentationml.slide+xml"/>
  <Override PartName="/ppt/slides/slide484.xml" ContentType="application/vnd.openxmlformats-officedocument.presentationml.slide+xml"/>
  <Override PartName="/ppt/slides/slide485.xml" ContentType="application/vnd.openxmlformats-officedocument.presentationml.slide+xml"/>
  <Override PartName="/ppt/slides/slide486.xml" ContentType="application/vnd.openxmlformats-officedocument.presentationml.slide+xml"/>
  <Override PartName="/ppt/slides/slide487.xml" ContentType="application/vnd.openxmlformats-officedocument.presentationml.slide+xml"/>
  <Override PartName="/ppt/slides/slide488.xml" ContentType="application/vnd.openxmlformats-officedocument.presentationml.slide+xml"/>
  <Override PartName="/ppt/slides/slide489.xml" ContentType="application/vnd.openxmlformats-officedocument.presentationml.slide+xml"/>
  <Override PartName="/ppt/slides/slide49.xml" ContentType="application/vnd.openxmlformats-officedocument.presentationml.slide+xml"/>
  <Override PartName="/ppt/slides/slide490.xml" ContentType="application/vnd.openxmlformats-officedocument.presentationml.slide+xml"/>
  <Override PartName="/ppt/slides/slide491.xml" ContentType="application/vnd.openxmlformats-officedocument.presentationml.slide+xml"/>
  <Override PartName="/ppt/slides/slide492.xml" ContentType="application/vnd.openxmlformats-officedocument.presentationml.slide+xml"/>
  <Override PartName="/ppt/slides/slide493.xml" ContentType="application/vnd.openxmlformats-officedocument.presentationml.slide+xml"/>
  <Override PartName="/ppt/slides/slide494.xml" ContentType="application/vnd.openxmlformats-officedocument.presentationml.slide+xml"/>
  <Override PartName="/ppt/slides/slide495.xml" ContentType="application/vnd.openxmlformats-officedocument.presentationml.slide+xml"/>
  <Override PartName="/ppt/slides/slide496.xml" ContentType="application/vnd.openxmlformats-officedocument.presentationml.slide+xml"/>
  <Override PartName="/ppt/slides/slide497.xml" ContentType="application/vnd.openxmlformats-officedocument.presentationml.slide+xml"/>
  <Override PartName="/ppt/slides/slide498.xml" ContentType="application/vnd.openxmlformats-officedocument.presentationml.slide+xml"/>
  <Override PartName="/ppt/slides/slide49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00.xml" ContentType="application/vnd.openxmlformats-officedocument.presentationml.slide+xml"/>
  <Override PartName="/ppt/slides/slide501.xml" ContentType="application/vnd.openxmlformats-officedocument.presentationml.slide+xml"/>
  <Override PartName="/ppt/slides/slide502.xml" ContentType="application/vnd.openxmlformats-officedocument.presentationml.slide+xml"/>
  <Override PartName="/ppt/slides/slide503.xml" ContentType="application/vnd.openxmlformats-officedocument.presentationml.slide+xml"/>
  <Override PartName="/ppt/slides/slide504.xml" ContentType="application/vnd.openxmlformats-officedocument.presentationml.slide+xml"/>
  <Override PartName="/ppt/slides/slide505.xml" ContentType="application/vnd.openxmlformats-officedocument.presentationml.slide+xml"/>
  <Override PartName="/ppt/slides/slide506.xml" ContentType="application/vnd.openxmlformats-officedocument.presentationml.slide+xml"/>
  <Override PartName="/ppt/slides/slide507.xml" ContentType="application/vnd.openxmlformats-officedocument.presentationml.slide+xml"/>
  <Override PartName="/ppt/slides/slide508.xml" ContentType="application/vnd.openxmlformats-officedocument.presentationml.slide+xml"/>
  <Override PartName="/ppt/slides/slide509.xml" ContentType="application/vnd.openxmlformats-officedocument.presentationml.slide+xml"/>
  <Override PartName="/ppt/slides/slide51.xml" ContentType="application/vnd.openxmlformats-officedocument.presentationml.slide+xml"/>
  <Override PartName="/ppt/slides/slide510.xml" ContentType="application/vnd.openxmlformats-officedocument.presentationml.slide+xml"/>
  <Override PartName="/ppt/slides/slide511.xml" ContentType="application/vnd.openxmlformats-officedocument.presentationml.slide+xml"/>
  <Override PartName="/ppt/slides/slide512.xml" ContentType="application/vnd.openxmlformats-officedocument.presentationml.slide+xml"/>
  <Override PartName="/ppt/slides/slide513.xml" ContentType="application/vnd.openxmlformats-officedocument.presentationml.slide+xml"/>
  <Override PartName="/ppt/slides/slide514.xml" ContentType="application/vnd.openxmlformats-officedocument.presentationml.slide+xml"/>
  <Override PartName="/ppt/slides/slide515.xml" ContentType="application/vnd.openxmlformats-officedocument.presentationml.slide+xml"/>
  <Override PartName="/ppt/slides/slide516.xml" ContentType="application/vnd.openxmlformats-officedocument.presentationml.slide+xml"/>
  <Override PartName="/ppt/slides/slide517.xml" ContentType="application/vnd.openxmlformats-officedocument.presentationml.slide+xml"/>
  <Override PartName="/ppt/slides/slide518.xml" ContentType="application/vnd.openxmlformats-officedocument.presentationml.slide+xml"/>
  <Override PartName="/ppt/slides/slide519.xml" ContentType="application/vnd.openxmlformats-officedocument.presentationml.slide+xml"/>
  <Override PartName="/ppt/slides/slide52.xml" ContentType="application/vnd.openxmlformats-officedocument.presentationml.slide+xml"/>
  <Override PartName="/ppt/slides/slide520.xml" ContentType="application/vnd.openxmlformats-officedocument.presentationml.slide+xml"/>
  <Override PartName="/ppt/slides/slide521.xml" ContentType="application/vnd.openxmlformats-officedocument.presentationml.slide+xml"/>
  <Override PartName="/ppt/slides/slide522.xml" ContentType="application/vnd.openxmlformats-officedocument.presentationml.slide+xml"/>
  <Override PartName="/ppt/slides/slide523.xml" ContentType="application/vnd.openxmlformats-officedocument.presentationml.slide+xml"/>
  <Override PartName="/ppt/slides/slide524.xml" ContentType="application/vnd.openxmlformats-officedocument.presentationml.slide+xml"/>
  <Override PartName="/ppt/slides/slide525.xml" ContentType="application/vnd.openxmlformats-officedocument.presentationml.slide+xml"/>
  <Override PartName="/ppt/slides/slide526.xml" ContentType="application/vnd.openxmlformats-officedocument.presentationml.slide+xml"/>
  <Override PartName="/ppt/slides/slide527.xml" ContentType="application/vnd.openxmlformats-officedocument.presentationml.slide+xml"/>
  <Override PartName="/ppt/slides/slide528.xml" ContentType="application/vnd.openxmlformats-officedocument.presentationml.slide+xml"/>
  <Override PartName="/ppt/slides/slide529.xml" ContentType="application/vnd.openxmlformats-officedocument.presentationml.slide+xml"/>
  <Override PartName="/ppt/slides/slide53.xml" ContentType="application/vnd.openxmlformats-officedocument.presentationml.slide+xml"/>
  <Override PartName="/ppt/slides/slide530.xml" ContentType="application/vnd.openxmlformats-officedocument.presentationml.slide+xml"/>
  <Override PartName="/ppt/slides/slide531.xml" ContentType="application/vnd.openxmlformats-officedocument.presentationml.slide+xml"/>
  <Override PartName="/ppt/slides/slide532.xml" ContentType="application/vnd.openxmlformats-officedocument.presentationml.slide+xml"/>
  <Override PartName="/ppt/slides/slide533.xml" ContentType="application/vnd.openxmlformats-officedocument.presentationml.slide+xml"/>
  <Override PartName="/ppt/slides/slide534.xml" ContentType="application/vnd.openxmlformats-officedocument.presentationml.slide+xml"/>
  <Override PartName="/ppt/slides/slide535.xml" ContentType="application/vnd.openxmlformats-officedocument.presentationml.slide+xml"/>
  <Override PartName="/ppt/slides/slide536.xml" ContentType="application/vnd.openxmlformats-officedocument.presentationml.slide+xml"/>
  <Override PartName="/ppt/slides/slide537.xml" ContentType="application/vnd.openxmlformats-officedocument.presentationml.slide+xml"/>
  <Override PartName="/ppt/slides/slide538.xml" ContentType="application/vnd.openxmlformats-officedocument.presentationml.slide+xml"/>
  <Override PartName="/ppt/slides/slide539.xml" ContentType="application/vnd.openxmlformats-officedocument.presentationml.slide+xml"/>
  <Override PartName="/ppt/slides/slide54.xml" ContentType="application/vnd.openxmlformats-officedocument.presentationml.slide+xml"/>
  <Override PartName="/ppt/slides/slide540.xml" ContentType="application/vnd.openxmlformats-officedocument.presentationml.slide+xml"/>
  <Override PartName="/ppt/slides/slide541.xml" ContentType="application/vnd.openxmlformats-officedocument.presentationml.slide+xml"/>
  <Override PartName="/ppt/slides/slide542.xml" ContentType="application/vnd.openxmlformats-officedocument.presentationml.slide+xml"/>
  <Override PartName="/ppt/slides/slide543.xml" ContentType="application/vnd.openxmlformats-officedocument.presentationml.slide+xml"/>
  <Override PartName="/ppt/slides/slide544.xml" ContentType="application/vnd.openxmlformats-officedocument.presentationml.slide+xml"/>
  <Override PartName="/ppt/slides/slide545.xml" ContentType="application/vnd.openxmlformats-officedocument.presentationml.slide+xml"/>
  <Override PartName="/ppt/slides/slide546.xml" ContentType="application/vnd.openxmlformats-officedocument.presentationml.slide+xml"/>
  <Override PartName="/ppt/slides/slide547.xml" ContentType="application/vnd.openxmlformats-officedocument.presentationml.slide+xml"/>
  <Override PartName="/ppt/slides/slide548.xml" ContentType="application/vnd.openxmlformats-officedocument.presentationml.slide+xml"/>
  <Override PartName="/ppt/slides/slide549.xml" ContentType="application/vnd.openxmlformats-officedocument.presentationml.slide+xml"/>
  <Override PartName="/ppt/slides/slide55.xml" ContentType="application/vnd.openxmlformats-officedocument.presentationml.slide+xml"/>
  <Override PartName="/ppt/slides/slide550.xml" ContentType="application/vnd.openxmlformats-officedocument.presentationml.slide+xml"/>
  <Override PartName="/ppt/slides/slide551.xml" ContentType="application/vnd.openxmlformats-officedocument.presentationml.slide+xml"/>
  <Override PartName="/ppt/slides/slide552.xml" ContentType="application/vnd.openxmlformats-officedocument.presentationml.slide+xml"/>
  <Override PartName="/ppt/slides/slide553.xml" ContentType="application/vnd.openxmlformats-officedocument.presentationml.slide+xml"/>
  <Override PartName="/ppt/slides/slide554.xml" ContentType="application/vnd.openxmlformats-officedocument.presentationml.slide+xml"/>
  <Override PartName="/ppt/slides/slide555.xml" ContentType="application/vnd.openxmlformats-officedocument.presentationml.slide+xml"/>
  <Override PartName="/ppt/slides/slide556.xml" ContentType="application/vnd.openxmlformats-officedocument.presentationml.slide+xml"/>
  <Override PartName="/ppt/slides/slide557.xml" ContentType="application/vnd.openxmlformats-officedocument.presentationml.slide+xml"/>
  <Override PartName="/ppt/slides/slide558.xml" ContentType="application/vnd.openxmlformats-officedocument.presentationml.slide+xml"/>
  <Override PartName="/ppt/slides/slide559.xml" ContentType="application/vnd.openxmlformats-officedocument.presentationml.slide+xml"/>
  <Override PartName="/ppt/slides/slide56.xml" ContentType="application/vnd.openxmlformats-officedocument.presentationml.slide+xml"/>
  <Override PartName="/ppt/slides/slide560.xml" ContentType="application/vnd.openxmlformats-officedocument.presentationml.slide+xml"/>
  <Override PartName="/ppt/slides/slide561.xml" ContentType="application/vnd.openxmlformats-officedocument.presentationml.slide+xml"/>
  <Override PartName="/ppt/slides/slide562.xml" ContentType="application/vnd.openxmlformats-officedocument.presentationml.slide+xml"/>
  <Override PartName="/ppt/slides/slide563.xml" ContentType="application/vnd.openxmlformats-officedocument.presentationml.slide+xml"/>
  <Override PartName="/ppt/slides/slide564.xml" ContentType="application/vnd.openxmlformats-officedocument.presentationml.slide+xml"/>
  <Override PartName="/ppt/slides/slide565.xml" ContentType="application/vnd.openxmlformats-officedocument.presentationml.slide+xml"/>
  <Override PartName="/ppt/slides/slide566.xml" ContentType="application/vnd.openxmlformats-officedocument.presentationml.slide+xml"/>
  <Override PartName="/ppt/slides/slide567.xml" ContentType="application/vnd.openxmlformats-officedocument.presentationml.slide+xml"/>
  <Override PartName="/ppt/slides/slide568.xml" ContentType="application/vnd.openxmlformats-officedocument.presentationml.slide+xml"/>
  <Override PartName="/ppt/slides/slide569.xml" ContentType="application/vnd.openxmlformats-officedocument.presentationml.slide+xml"/>
  <Override PartName="/ppt/slides/slide57.xml" ContentType="application/vnd.openxmlformats-officedocument.presentationml.slide+xml"/>
  <Override PartName="/ppt/slides/slide570.xml" ContentType="application/vnd.openxmlformats-officedocument.presentationml.slide+xml"/>
  <Override PartName="/ppt/slides/slide571.xml" ContentType="application/vnd.openxmlformats-officedocument.presentationml.slide+xml"/>
  <Override PartName="/ppt/slides/slide572.xml" ContentType="application/vnd.openxmlformats-officedocument.presentationml.slide+xml"/>
  <Override PartName="/ppt/slides/slide573.xml" ContentType="application/vnd.openxmlformats-officedocument.presentationml.slide+xml"/>
  <Override PartName="/ppt/slides/slide574.xml" ContentType="application/vnd.openxmlformats-officedocument.presentationml.slide+xml"/>
  <Override PartName="/ppt/slides/slide575.xml" ContentType="application/vnd.openxmlformats-officedocument.presentationml.slide+xml"/>
  <Override PartName="/ppt/slides/slide576.xml" ContentType="application/vnd.openxmlformats-officedocument.presentationml.slide+xml"/>
  <Override PartName="/ppt/slides/slide577.xml" ContentType="application/vnd.openxmlformats-officedocument.presentationml.slide+xml"/>
  <Override PartName="/ppt/slides/slide578.xml" ContentType="application/vnd.openxmlformats-officedocument.presentationml.slide+xml"/>
  <Override PartName="/ppt/slides/slide579.xml" ContentType="application/vnd.openxmlformats-officedocument.presentationml.slide+xml"/>
  <Override PartName="/ppt/slides/slide58.xml" ContentType="application/vnd.openxmlformats-officedocument.presentationml.slide+xml"/>
  <Override PartName="/ppt/slides/slide580.xml" ContentType="application/vnd.openxmlformats-officedocument.presentationml.slide+xml"/>
  <Override PartName="/ppt/slides/slide581.xml" ContentType="application/vnd.openxmlformats-officedocument.presentationml.slide+xml"/>
  <Override PartName="/ppt/slides/slide582.xml" ContentType="application/vnd.openxmlformats-officedocument.presentationml.slide+xml"/>
  <Override PartName="/ppt/slides/slide583.xml" ContentType="application/vnd.openxmlformats-officedocument.presentationml.slide+xml"/>
  <Override PartName="/ppt/slides/slide584.xml" ContentType="application/vnd.openxmlformats-officedocument.presentationml.slide+xml"/>
  <Override PartName="/ppt/slides/slide585.xml" ContentType="application/vnd.openxmlformats-officedocument.presentationml.slide+xml"/>
  <Override PartName="/ppt/slides/slide586.xml" ContentType="application/vnd.openxmlformats-officedocument.presentationml.slide+xml"/>
  <Override PartName="/ppt/slides/slide587.xml" ContentType="application/vnd.openxmlformats-officedocument.presentationml.slide+xml"/>
  <Override PartName="/ppt/slides/slide588.xml" ContentType="application/vnd.openxmlformats-officedocument.presentationml.slide+xml"/>
  <Override PartName="/ppt/slides/slide589.xml" ContentType="application/vnd.openxmlformats-officedocument.presentationml.slide+xml"/>
  <Override PartName="/ppt/slides/slide59.xml" ContentType="application/vnd.openxmlformats-officedocument.presentationml.slide+xml"/>
  <Override PartName="/ppt/slides/slide590.xml" ContentType="application/vnd.openxmlformats-officedocument.presentationml.slide+xml"/>
  <Override PartName="/ppt/slides/slide591.xml" ContentType="application/vnd.openxmlformats-officedocument.presentationml.slide+xml"/>
  <Override PartName="/ppt/slides/slide592.xml" ContentType="application/vnd.openxmlformats-officedocument.presentationml.slide+xml"/>
  <Override PartName="/ppt/slides/slide593.xml" ContentType="application/vnd.openxmlformats-officedocument.presentationml.slide+xml"/>
  <Override PartName="/ppt/slides/slide594.xml" ContentType="application/vnd.openxmlformats-officedocument.presentationml.slide+xml"/>
  <Override PartName="/ppt/slides/slide595.xml" ContentType="application/vnd.openxmlformats-officedocument.presentationml.slide+xml"/>
  <Override PartName="/ppt/slides/slide596.xml" ContentType="application/vnd.openxmlformats-officedocument.presentationml.slide+xml"/>
  <Override PartName="/ppt/slides/slide597.xml" ContentType="application/vnd.openxmlformats-officedocument.presentationml.slide+xml"/>
  <Override PartName="/ppt/slides/slide598.xml" ContentType="application/vnd.openxmlformats-officedocument.presentationml.slide+xml"/>
  <Override PartName="/ppt/slides/slide59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00.xml" ContentType="application/vnd.openxmlformats-officedocument.presentationml.slide+xml"/>
  <Override PartName="/ppt/slides/slide601.xml" ContentType="application/vnd.openxmlformats-officedocument.presentationml.slide+xml"/>
  <Override PartName="/ppt/slides/slide602.xml" ContentType="application/vnd.openxmlformats-officedocument.presentationml.slide+xml"/>
  <Override PartName="/ppt/slides/slide603.xml" ContentType="application/vnd.openxmlformats-officedocument.presentationml.slide+xml"/>
  <Override PartName="/ppt/slides/slide604.xml" ContentType="application/vnd.openxmlformats-officedocument.presentationml.slide+xml"/>
  <Override PartName="/ppt/slides/slide605.xml" ContentType="application/vnd.openxmlformats-officedocument.presentationml.slide+xml"/>
  <Override PartName="/ppt/slides/slide606.xml" ContentType="application/vnd.openxmlformats-officedocument.presentationml.slide+xml"/>
  <Override PartName="/ppt/slides/slide607.xml" ContentType="application/vnd.openxmlformats-officedocument.presentationml.slide+xml"/>
  <Override PartName="/ppt/slides/slide608.xml" ContentType="application/vnd.openxmlformats-officedocument.presentationml.slide+xml"/>
  <Override PartName="/ppt/slides/slide609.xml" ContentType="application/vnd.openxmlformats-officedocument.presentationml.slide+xml"/>
  <Override PartName="/ppt/slides/slide61.xml" ContentType="application/vnd.openxmlformats-officedocument.presentationml.slide+xml"/>
  <Override PartName="/ppt/slides/slide610.xml" ContentType="application/vnd.openxmlformats-officedocument.presentationml.slide+xml"/>
  <Override PartName="/ppt/slides/slide611.xml" ContentType="application/vnd.openxmlformats-officedocument.presentationml.slide+xml"/>
  <Override PartName="/ppt/slides/slide612.xml" ContentType="application/vnd.openxmlformats-officedocument.presentationml.slide+xml"/>
  <Override PartName="/ppt/slides/slide613.xml" ContentType="application/vnd.openxmlformats-officedocument.presentationml.slide+xml"/>
  <Override PartName="/ppt/slides/slide614.xml" ContentType="application/vnd.openxmlformats-officedocument.presentationml.slide+xml"/>
  <Override PartName="/ppt/slides/slide615.xml" ContentType="application/vnd.openxmlformats-officedocument.presentationml.slide+xml"/>
  <Override PartName="/ppt/slides/slide616.xml" ContentType="application/vnd.openxmlformats-officedocument.presentationml.slide+xml"/>
  <Override PartName="/ppt/slides/slide617.xml" ContentType="application/vnd.openxmlformats-officedocument.presentationml.slide+xml"/>
  <Override PartName="/ppt/slides/slide618.xml" ContentType="application/vnd.openxmlformats-officedocument.presentationml.slide+xml"/>
  <Override PartName="/ppt/slides/slide619.xml" ContentType="application/vnd.openxmlformats-officedocument.presentationml.slide+xml"/>
  <Override PartName="/ppt/slides/slide62.xml" ContentType="application/vnd.openxmlformats-officedocument.presentationml.slide+xml"/>
  <Override PartName="/ppt/slides/slide620.xml" ContentType="application/vnd.openxmlformats-officedocument.presentationml.slide+xml"/>
  <Override PartName="/ppt/slides/slide621.xml" ContentType="application/vnd.openxmlformats-officedocument.presentationml.slide+xml"/>
  <Override PartName="/ppt/slides/slide622.xml" ContentType="application/vnd.openxmlformats-officedocument.presentationml.slide+xml"/>
  <Override PartName="/ppt/slides/slide623.xml" ContentType="application/vnd.openxmlformats-officedocument.presentationml.slide+xml"/>
  <Override PartName="/ppt/slides/slide624.xml" ContentType="application/vnd.openxmlformats-officedocument.presentationml.slide+xml"/>
  <Override PartName="/ppt/slides/slide625.xml" ContentType="application/vnd.openxmlformats-officedocument.presentationml.slide+xml"/>
  <Override PartName="/ppt/slides/slide626.xml" ContentType="application/vnd.openxmlformats-officedocument.presentationml.slide+xml"/>
  <Override PartName="/ppt/slides/slide627.xml" ContentType="application/vnd.openxmlformats-officedocument.presentationml.slide+xml"/>
  <Override PartName="/ppt/slides/slide628.xml" ContentType="application/vnd.openxmlformats-officedocument.presentationml.slide+xml"/>
  <Override PartName="/ppt/slides/slide629.xml" ContentType="application/vnd.openxmlformats-officedocument.presentationml.slide+xml"/>
  <Override PartName="/ppt/slides/slide63.xml" ContentType="application/vnd.openxmlformats-officedocument.presentationml.slide+xml"/>
  <Override PartName="/ppt/slides/slide630.xml" ContentType="application/vnd.openxmlformats-officedocument.presentationml.slide+xml"/>
  <Override PartName="/ppt/slides/slide631.xml" ContentType="application/vnd.openxmlformats-officedocument.presentationml.slide+xml"/>
  <Override PartName="/ppt/slides/slide632.xml" ContentType="application/vnd.openxmlformats-officedocument.presentationml.slide+xml"/>
  <Override PartName="/ppt/slides/slide633.xml" ContentType="application/vnd.openxmlformats-officedocument.presentationml.slide+xml"/>
  <Override PartName="/ppt/slides/slide634.xml" ContentType="application/vnd.openxmlformats-officedocument.presentationml.slide+xml"/>
  <Override PartName="/ppt/slides/slide635.xml" ContentType="application/vnd.openxmlformats-officedocument.presentationml.slide+xml"/>
  <Override PartName="/ppt/slides/slide636.xml" ContentType="application/vnd.openxmlformats-officedocument.presentationml.slide+xml"/>
  <Override PartName="/ppt/slides/slide637.xml" ContentType="application/vnd.openxmlformats-officedocument.presentationml.slide+xml"/>
  <Override PartName="/ppt/slides/slide638.xml" ContentType="application/vnd.openxmlformats-officedocument.presentationml.slide+xml"/>
  <Override PartName="/ppt/slides/slide639.xml" ContentType="application/vnd.openxmlformats-officedocument.presentationml.slide+xml"/>
  <Override PartName="/ppt/slides/slide64.xml" ContentType="application/vnd.openxmlformats-officedocument.presentationml.slide+xml"/>
  <Override PartName="/ppt/slides/slide640.xml" ContentType="application/vnd.openxmlformats-officedocument.presentationml.slide+xml"/>
  <Override PartName="/ppt/slides/slide641.xml" ContentType="application/vnd.openxmlformats-officedocument.presentationml.slide+xml"/>
  <Override PartName="/ppt/slides/slide642.xml" ContentType="application/vnd.openxmlformats-officedocument.presentationml.slide+xml"/>
  <Override PartName="/ppt/slides/slide643.xml" ContentType="application/vnd.openxmlformats-officedocument.presentationml.slide+xml"/>
  <Override PartName="/ppt/slides/slide644.xml" ContentType="application/vnd.openxmlformats-officedocument.presentationml.slide+xml"/>
  <Override PartName="/ppt/slides/slide645.xml" ContentType="application/vnd.openxmlformats-officedocument.presentationml.slide+xml"/>
  <Override PartName="/ppt/slides/slide646.xml" ContentType="application/vnd.openxmlformats-officedocument.presentationml.slide+xml"/>
  <Override PartName="/ppt/slides/slide647.xml" ContentType="application/vnd.openxmlformats-officedocument.presentationml.slide+xml"/>
  <Override PartName="/ppt/slides/slide648.xml" ContentType="application/vnd.openxmlformats-officedocument.presentationml.slide+xml"/>
  <Override PartName="/ppt/slides/slide649.xml" ContentType="application/vnd.openxmlformats-officedocument.presentationml.slide+xml"/>
  <Override PartName="/ppt/slides/slide65.xml" ContentType="application/vnd.openxmlformats-officedocument.presentationml.slide+xml"/>
  <Override PartName="/ppt/slides/slide650.xml" ContentType="application/vnd.openxmlformats-officedocument.presentationml.slide+xml"/>
  <Override PartName="/ppt/slides/slide651.xml" ContentType="application/vnd.openxmlformats-officedocument.presentationml.slide+xml"/>
  <Override PartName="/ppt/slides/slide652.xml" ContentType="application/vnd.openxmlformats-officedocument.presentationml.slide+xml"/>
  <Override PartName="/ppt/slides/slide653.xml" ContentType="application/vnd.openxmlformats-officedocument.presentationml.slide+xml"/>
  <Override PartName="/ppt/slides/slide654.xml" ContentType="application/vnd.openxmlformats-officedocument.presentationml.slide+xml"/>
  <Override PartName="/ppt/slides/slide655.xml" ContentType="application/vnd.openxmlformats-officedocument.presentationml.slide+xml"/>
  <Override PartName="/ppt/slides/slide656.xml" ContentType="application/vnd.openxmlformats-officedocument.presentationml.slide+xml"/>
  <Override PartName="/ppt/slides/slide657.xml" ContentType="application/vnd.openxmlformats-officedocument.presentationml.slide+xml"/>
  <Override PartName="/ppt/slides/slide658.xml" ContentType="application/vnd.openxmlformats-officedocument.presentationml.slide+xml"/>
  <Override PartName="/ppt/slides/slide659.xml" ContentType="application/vnd.openxmlformats-officedocument.presentationml.slide+xml"/>
  <Override PartName="/ppt/slides/slide66.xml" ContentType="application/vnd.openxmlformats-officedocument.presentationml.slide+xml"/>
  <Override PartName="/ppt/slides/slide660.xml" ContentType="application/vnd.openxmlformats-officedocument.presentationml.slide+xml"/>
  <Override PartName="/ppt/slides/slide661.xml" ContentType="application/vnd.openxmlformats-officedocument.presentationml.slide+xml"/>
  <Override PartName="/ppt/slides/slide662.xml" ContentType="application/vnd.openxmlformats-officedocument.presentationml.slide+xml"/>
  <Override PartName="/ppt/slides/slide663.xml" ContentType="application/vnd.openxmlformats-officedocument.presentationml.slide+xml"/>
  <Override PartName="/ppt/slides/slide664.xml" ContentType="application/vnd.openxmlformats-officedocument.presentationml.slide+xml"/>
  <Override PartName="/ppt/slides/slide665.xml" ContentType="application/vnd.openxmlformats-officedocument.presentationml.slide+xml"/>
  <Override PartName="/ppt/slides/slide666.xml" ContentType="application/vnd.openxmlformats-officedocument.presentationml.slide+xml"/>
  <Override PartName="/ppt/slides/slide667.xml" ContentType="application/vnd.openxmlformats-officedocument.presentationml.slide+xml"/>
  <Override PartName="/ppt/slides/slide668.xml" ContentType="application/vnd.openxmlformats-officedocument.presentationml.slide+xml"/>
  <Override PartName="/ppt/slides/slide669.xml" ContentType="application/vnd.openxmlformats-officedocument.presentationml.slide+xml"/>
  <Override PartName="/ppt/slides/slide67.xml" ContentType="application/vnd.openxmlformats-officedocument.presentationml.slide+xml"/>
  <Override PartName="/ppt/slides/slide670.xml" ContentType="application/vnd.openxmlformats-officedocument.presentationml.slide+xml"/>
  <Override PartName="/ppt/slides/slide671.xml" ContentType="application/vnd.openxmlformats-officedocument.presentationml.slide+xml"/>
  <Override PartName="/ppt/slides/slide672.xml" ContentType="application/vnd.openxmlformats-officedocument.presentationml.slide+xml"/>
  <Override PartName="/ppt/slides/slide673.xml" ContentType="application/vnd.openxmlformats-officedocument.presentationml.slide+xml"/>
  <Override PartName="/ppt/slides/slide674.xml" ContentType="application/vnd.openxmlformats-officedocument.presentationml.slide+xml"/>
  <Override PartName="/ppt/slides/slide675.xml" ContentType="application/vnd.openxmlformats-officedocument.presentationml.slide+xml"/>
  <Override PartName="/ppt/slides/slide676.xml" ContentType="application/vnd.openxmlformats-officedocument.presentationml.slide+xml"/>
  <Override PartName="/ppt/slides/slide677.xml" ContentType="application/vnd.openxmlformats-officedocument.presentationml.slide+xml"/>
  <Override PartName="/ppt/slides/slide678.xml" ContentType="application/vnd.openxmlformats-officedocument.presentationml.slide+xml"/>
  <Override PartName="/ppt/slides/slide679.xml" ContentType="application/vnd.openxmlformats-officedocument.presentationml.slide+xml"/>
  <Override PartName="/ppt/slides/slide68.xml" ContentType="application/vnd.openxmlformats-officedocument.presentationml.slide+xml"/>
  <Override PartName="/ppt/slides/slide680.xml" ContentType="application/vnd.openxmlformats-officedocument.presentationml.slide+xml"/>
  <Override PartName="/ppt/slides/slide681.xml" ContentType="application/vnd.openxmlformats-officedocument.presentationml.slide+xml"/>
  <Override PartName="/ppt/slides/slide682.xml" ContentType="application/vnd.openxmlformats-officedocument.presentationml.slide+xml"/>
  <Override PartName="/ppt/slides/slide683.xml" ContentType="application/vnd.openxmlformats-officedocument.presentationml.slide+xml"/>
  <Override PartName="/ppt/slides/slide684.xml" ContentType="application/vnd.openxmlformats-officedocument.presentationml.slide+xml"/>
  <Override PartName="/ppt/slides/slide685.xml" ContentType="application/vnd.openxmlformats-officedocument.presentationml.slide+xml"/>
  <Override PartName="/ppt/slides/slide686.xml" ContentType="application/vnd.openxmlformats-officedocument.presentationml.slide+xml"/>
  <Override PartName="/ppt/slides/slide687.xml" ContentType="application/vnd.openxmlformats-officedocument.presentationml.slide+xml"/>
  <Override PartName="/ppt/slides/slide688.xml" ContentType="application/vnd.openxmlformats-officedocument.presentationml.slide+xml"/>
  <Override PartName="/ppt/slides/slide689.xml" ContentType="application/vnd.openxmlformats-officedocument.presentationml.slide+xml"/>
  <Override PartName="/ppt/slides/slide69.xml" ContentType="application/vnd.openxmlformats-officedocument.presentationml.slide+xml"/>
  <Override PartName="/ppt/slides/slide690.xml" ContentType="application/vnd.openxmlformats-officedocument.presentationml.slide+xml"/>
  <Override PartName="/ppt/slides/slide691.xml" ContentType="application/vnd.openxmlformats-officedocument.presentationml.slide+xml"/>
  <Override PartName="/ppt/slides/slide692.xml" ContentType="application/vnd.openxmlformats-officedocument.presentationml.slide+xml"/>
  <Override PartName="/ppt/slides/slide693.xml" ContentType="application/vnd.openxmlformats-officedocument.presentationml.slide+xml"/>
  <Override PartName="/ppt/slides/slide694.xml" ContentType="application/vnd.openxmlformats-officedocument.presentationml.slide+xml"/>
  <Override PartName="/ppt/slides/slide695.xml" ContentType="application/vnd.openxmlformats-officedocument.presentationml.slide+xml"/>
  <Override PartName="/ppt/slides/slide696.xml" ContentType="application/vnd.openxmlformats-officedocument.presentationml.slide+xml"/>
  <Override PartName="/ppt/slides/slide697.xml" ContentType="application/vnd.openxmlformats-officedocument.presentationml.slide+xml"/>
  <Override PartName="/ppt/slides/slide698.xml" ContentType="application/vnd.openxmlformats-officedocument.presentationml.slide+xml"/>
  <Override PartName="/ppt/slides/slide69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00.xml" ContentType="application/vnd.openxmlformats-officedocument.presentationml.slide+xml"/>
  <Override PartName="/ppt/slides/slide701.xml" ContentType="application/vnd.openxmlformats-officedocument.presentationml.slide+xml"/>
  <Override PartName="/ppt/slides/slide702.xml" ContentType="application/vnd.openxmlformats-officedocument.presentationml.slide+xml"/>
  <Override PartName="/ppt/slides/slide703.xml" ContentType="application/vnd.openxmlformats-officedocument.presentationml.slide+xml"/>
  <Override PartName="/ppt/slides/slide704.xml" ContentType="application/vnd.openxmlformats-officedocument.presentationml.slide+xml"/>
  <Override PartName="/ppt/slides/slide705.xml" ContentType="application/vnd.openxmlformats-officedocument.presentationml.slide+xml"/>
  <Override PartName="/ppt/slides/slide706.xml" ContentType="application/vnd.openxmlformats-officedocument.presentationml.slide+xml"/>
  <Override PartName="/ppt/slides/slide707.xml" ContentType="application/vnd.openxmlformats-officedocument.presentationml.slide+xml"/>
  <Override PartName="/ppt/slides/slide708.xml" ContentType="application/vnd.openxmlformats-officedocument.presentationml.slide+xml"/>
  <Override PartName="/ppt/slides/slide709.xml" ContentType="application/vnd.openxmlformats-officedocument.presentationml.slide+xml"/>
  <Override PartName="/ppt/slides/slide71.xml" ContentType="application/vnd.openxmlformats-officedocument.presentationml.slide+xml"/>
  <Override PartName="/ppt/slides/slide710.xml" ContentType="application/vnd.openxmlformats-officedocument.presentationml.slide+xml"/>
  <Override PartName="/ppt/slides/slide711.xml" ContentType="application/vnd.openxmlformats-officedocument.presentationml.slide+xml"/>
  <Override PartName="/ppt/slides/slide712.xml" ContentType="application/vnd.openxmlformats-officedocument.presentationml.slide+xml"/>
  <Override PartName="/ppt/slides/slide713.xml" ContentType="application/vnd.openxmlformats-officedocument.presentationml.slide+xml"/>
  <Override PartName="/ppt/slides/slide714.xml" ContentType="application/vnd.openxmlformats-officedocument.presentationml.slide+xml"/>
  <Override PartName="/ppt/slides/slide715.xml" ContentType="application/vnd.openxmlformats-officedocument.presentationml.slide+xml"/>
  <Override PartName="/ppt/slides/slide716.xml" ContentType="application/vnd.openxmlformats-officedocument.presentationml.slide+xml"/>
  <Override PartName="/ppt/slides/slide717.xml" ContentType="application/vnd.openxmlformats-officedocument.presentationml.slide+xml"/>
  <Override PartName="/ppt/slides/slide718.xml" ContentType="application/vnd.openxmlformats-officedocument.presentationml.slide+xml"/>
  <Override PartName="/ppt/slides/slide719.xml" ContentType="application/vnd.openxmlformats-officedocument.presentationml.slide+xml"/>
  <Override PartName="/ppt/slides/slide72.xml" ContentType="application/vnd.openxmlformats-officedocument.presentationml.slide+xml"/>
  <Override PartName="/ppt/slides/slide720.xml" ContentType="application/vnd.openxmlformats-officedocument.presentationml.slide+xml"/>
  <Override PartName="/ppt/slides/slide721.xml" ContentType="application/vnd.openxmlformats-officedocument.presentationml.slide+xml"/>
  <Override PartName="/ppt/slides/slide722.xml" ContentType="application/vnd.openxmlformats-officedocument.presentationml.slide+xml"/>
  <Override PartName="/ppt/slides/slide723.xml" ContentType="application/vnd.openxmlformats-officedocument.presentationml.slide+xml"/>
  <Override PartName="/ppt/slides/slide724.xml" ContentType="application/vnd.openxmlformats-officedocument.presentationml.slide+xml"/>
  <Override PartName="/ppt/slides/slide725.xml" ContentType="application/vnd.openxmlformats-officedocument.presentationml.slide+xml"/>
  <Override PartName="/ppt/slides/slide726.xml" ContentType="application/vnd.openxmlformats-officedocument.presentationml.slide+xml"/>
  <Override PartName="/ppt/slides/slide727.xml" ContentType="application/vnd.openxmlformats-officedocument.presentationml.slide+xml"/>
  <Override PartName="/ppt/slides/slide728.xml" ContentType="application/vnd.openxmlformats-officedocument.presentationml.slide+xml"/>
  <Override PartName="/ppt/slides/slide729.xml" ContentType="application/vnd.openxmlformats-officedocument.presentationml.slide+xml"/>
  <Override PartName="/ppt/slides/slide73.xml" ContentType="application/vnd.openxmlformats-officedocument.presentationml.slide+xml"/>
  <Override PartName="/ppt/slides/slide730.xml" ContentType="application/vnd.openxmlformats-officedocument.presentationml.slide+xml"/>
  <Override PartName="/ppt/slides/slide731.xml" ContentType="application/vnd.openxmlformats-officedocument.presentationml.slide+xml"/>
  <Override PartName="/ppt/slides/slide732.xml" ContentType="application/vnd.openxmlformats-officedocument.presentationml.slide+xml"/>
  <Override PartName="/ppt/slides/slide733.xml" ContentType="application/vnd.openxmlformats-officedocument.presentationml.slide+xml"/>
  <Override PartName="/ppt/slides/slide734.xml" ContentType="application/vnd.openxmlformats-officedocument.presentationml.slide+xml"/>
  <Override PartName="/ppt/slides/slide735.xml" ContentType="application/vnd.openxmlformats-officedocument.presentationml.slide+xml"/>
  <Override PartName="/ppt/slides/slide736.xml" ContentType="application/vnd.openxmlformats-officedocument.presentationml.slide+xml"/>
  <Override PartName="/ppt/slides/slide737.xml" ContentType="application/vnd.openxmlformats-officedocument.presentationml.slide+xml"/>
  <Override PartName="/ppt/slides/slide738.xml" ContentType="application/vnd.openxmlformats-officedocument.presentationml.slide+xml"/>
  <Override PartName="/ppt/slides/slide739.xml" ContentType="application/vnd.openxmlformats-officedocument.presentationml.slide+xml"/>
  <Override PartName="/ppt/slides/slide74.xml" ContentType="application/vnd.openxmlformats-officedocument.presentationml.slide+xml"/>
  <Override PartName="/ppt/slides/slide740.xml" ContentType="application/vnd.openxmlformats-officedocument.presentationml.slide+xml"/>
  <Override PartName="/ppt/slides/slide741.xml" ContentType="application/vnd.openxmlformats-officedocument.presentationml.slide+xml"/>
  <Override PartName="/ppt/slides/slide742.xml" ContentType="application/vnd.openxmlformats-officedocument.presentationml.slide+xml"/>
  <Override PartName="/ppt/slides/slide743.xml" ContentType="application/vnd.openxmlformats-officedocument.presentationml.slide+xml"/>
  <Override PartName="/ppt/slides/slide744.xml" ContentType="application/vnd.openxmlformats-officedocument.presentationml.slide+xml"/>
  <Override PartName="/ppt/slides/slide745.xml" ContentType="application/vnd.openxmlformats-officedocument.presentationml.slide+xml"/>
  <Override PartName="/ppt/slides/slide746.xml" ContentType="application/vnd.openxmlformats-officedocument.presentationml.slide+xml"/>
  <Override PartName="/ppt/slides/slide747.xml" ContentType="application/vnd.openxmlformats-officedocument.presentationml.slide+xml"/>
  <Override PartName="/ppt/slides/slide748.xml" ContentType="application/vnd.openxmlformats-officedocument.presentationml.slide+xml"/>
  <Override PartName="/ppt/slides/slide749.xml" ContentType="application/vnd.openxmlformats-officedocument.presentationml.slide+xml"/>
  <Override PartName="/ppt/slides/slide75.xml" ContentType="application/vnd.openxmlformats-officedocument.presentationml.slide+xml"/>
  <Override PartName="/ppt/slides/slide750.xml" ContentType="application/vnd.openxmlformats-officedocument.presentationml.slide+xml"/>
  <Override PartName="/ppt/slides/slide751.xml" ContentType="application/vnd.openxmlformats-officedocument.presentationml.slide+xml"/>
  <Override PartName="/ppt/slides/slide752.xml" ContentType="application/vnd.openxmlformats-officedocument.presentationml.slide+xml"/>
  <Override PartName="/ppt/slides/slide753.xml" ContentType="application/vnd.openxmlformats-officedocument.presentationml.slide+xml"/>
  <Override PartName="/ppt/slides/slide754.xml" ContentType="application/vnd.openxmlformats-officedocument.presentationml.slide+xml"/>
  <Override PartName="/ppt/slides/slide755.xml" ContentType="application/vnd.openxmlformats-officedocument.presentationml.slide+xml"/>
  <Override PartName="/ppt/slides/slide756.xml" ContentType="application/vnd.openxmlformats-officedocument.presentationml.slide+xml"/>
  <Override PartName="/ppt/slides/slide757.xml" ContentType="application/vnd.openxmlformats-officedocument.presentationml.slide+xml"/>
  <Override PartName="/ppt/slides/slide758.xml" ContentType="application/vnd.openxmlformats-officedocument.presentationml.slide+xml"/>
  <Override PartName="/ppt/slides/slide759.xml" ContentType="application/vnd.openxmlformats-officedocument.presentationml.slide+xml"/>
  <Override PartName="/ppt/slides/slide76.xml" ContentType="application/vnd.openxmlformats-officedocument.presentationml.slide+xml"/>
  <Override PartName="/ppt/slides/slide760.xml" ContentType="application/vnd.openxmlformats-officedocument.presentationml.slide+xml"/>
  <Override PartName="/ppt/slides/slide761.xml" ContentType="application/vnd.openxmlformats-officedocument.presentationml.slide+xml"/>
  <Override PartName="/ppt/slides/slide762.xml" ContentType="application/vnd.openxmlformats-officedocument.presentationml.slide+xml"/>
  <Override PartName="/ppt/slides/slide763.xml" ContentType="application/vnd.openxmlformats-officedocument.presentationml.slide+xml"/>
  <Override PartName="/ppt/slides/slide764.xml" ContentType="application/vnd.openxmlformats-officedocument.presentationml.slide+xml"/>
  <Override PartName="/ppt/slides/slide765.xml" ContentType="application/vnd.openxmlformats-officedocument.presentationml.slide+xml"/>
  <Override PartName="/ppt/slides/slide766.xml" ContentType="application/vnd.openxmlformats-officedocument.presentationml.slide+xml"/>
  <Override PartName="/ppt/slides/slide767.xml" ContentType="application/vnd.openxmlformats-officedocument.presentationml.slide+xml"/>
  <Override PartName="/ppt/slides/slide768.xml" ContentType="application/vnd.openxmlformats-officedocument.presentationml.slide+xml"/>
  <Override PartName="/ppt/slides/slide769.xml" ContentType="application/vnd.openxmlformats-officedocument.presentationml.slide+xml"/>
  <Override PartName="/ppt/slides/slide77.xml" ContentType="application/vnd.openxmlformats-officedocument.presentationml.slide+xml"/>
  <Override PartName="/ppt/slides/slide770.xml" ContentType="application/vnd.openxmlformats-officedocument.presentationml.slide+xml"/>
  <Override PartName="/ppt/slides/slide771.xml" ContentType="application/vnd.openxmlformats-officedocument.presentationml.slide+xml"/>
  <Override PartName="/ppt/slides/slide772.xml" ContentType="application/vnd.openxmlformats-officedocument.presentationml.slide+xml"/>
  <Override PartName="/ppt/slides/slide773.xml" ContentType="application/vnd.openxmlformats-officedocument.presentationml.slide+xml"/>
  <Override PartName="/ppt/slides/slide774.xml" ContentType="application/vnd.openxmlformats-officedocument.presentationml.slide+xml"/>
  <Override PartName="/ppt/slides/slide775.xml" ContentType="application/vnd.openxmlformats-officedocument.presentationml.slide+xml"/>
  <Override PartName="/ppt/slides/slide776.xml" ContentType="application/vnd.openxmlformats-officedocument.presentationml.slide+xml"/>
  <Override PartName="/ppt/slides/slide777.xml" ContentType="application/vnd.openxmlformats-officedocument.presentationml.slide+xml"/>
  <Override PartName="/ppt/slides/slide778.xml" ContentType="application/vnd.openxmlformats-officedocument.presentationml.slide+xml"/>
  <Override PartName="/ppt/slides/slide779.xml" ContentType="application/vnd.openxmlformats-officedocument.presentationml.slide+xml"/>
  <Override PartName="/ppt/slides/slide78.xml" ContentType="application/vnd.openxmlformats-officedocument.presentationml.slide+xml"/>
  <Override PartName="/ppt/slides/slide780.xml" ContentType="application/vnd.openxmlformats-officedocument.presentationml.slide+xml"/>
  <Override PartName="/ppt/slides/slide781.xml" ContentType="application/vnd.openxmlformats-officedocument.presentationml.slide+xml"/>
  <Override PartName="/ppt/slides/slide782.xml" ContentType="application/vnd.openxmlformats-officedocument.presentationml.slide+xml"/>
  <Override PartName="/ppt/slides/slide783.xml" ContentType="application/vnd.openxmlformats-officedocument.presentationml.slide+xml"/>
  <Override PartName="/ppt/slides/slide784.xml" ContentType="application/vnd.openxmlformats-officedocument.presentationml.slide+xml"/>
  <Override PartName="/ppt/slides/slide785.xml" ContentType="application/vnd.openxmlformats-officedocument.presentationml.slide+xml"/>
  <Override PartName="/ppt/slides/slide786.xml" ContentType="application/vnd.openxmlformats-officedocument.presentationml.slide+xml"/>
  <Override PartName="/ppt/slides/slide787.xml" ContentType="application/vnd.openxmlformats-officedocument.presentationml.slide+xml"/>
  <Override PartName="/ppt/slides/slide788.xml" ContentType="application/vnd.openxmlformats-officedocument.presentationml.slide+xml"/>
  <Override PartName="/ppt/slides/slide789.xml" ContentType="application/vnd.openxmlformats-officedocument.presentationml.slide+xml"/>
  <Override PartName="/ppt/slides/slide79.xml" ContentType="application/vnd.openxmlformats-officedocument.presentationml.slide+xml"/>
  <Override PartName="/ppt/slides/slide790.xml" ContentType="application/vnd.openxmlformats-officedocument.presentationml.slide+xml"/>
  <Override PartName="/ppt/slides/slide791.xml" ContentType="application/vnd.openxmlformats-officedocument.presentationml.slide+xml"/>
  <Override PartName="/ppt/slides/slide792.xml" ContentType="application/vnd.openxmlformats-officedocument.presentationml.slide+xml"/>
  <Override PartName="/ppt/slides/slide793.xml" ContentType="application/vnd.openxmlformats-officedocument.presentationml.slide+xml"/>
  <Override PartName="/ppt/slides/slide794.xml" ContentType="application/vnd.openxmlformats-officedocument.presentationml.slide+xml"/>
  <Override PartName="/ppt/slides/slide795.xml" ContentType="application/vnd.openxmlformats-officedocument.presentationml.slide+xml"/>
  <Override PartName="/ppt/slides/slide796.xml" ContentType="application/vnd.openxmlformats-officedocument.presentationml.slide+xml"/>
  <Override PartName="/ppt/slides/slide797.xml" ContentType="application/vnd.openxmlformats-officedocument.presentationml.slide+xml"/>
  <Override PartName="/ppt/slides/slide798.xml" ContentType="application/vnd.openxmlformats-officedocument.presentationml.slide+xml"/>
  <Override PartName="/ppt/slides/slide79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00.xml" ContentType="application/vnd.openxmlformats-officedocument.presentationml.slide+xml"/>
  <Override PartName="/ppt/slides/slide801.xml" ContentType="application/vnd.openxmlformats-officedocument.presentationml.slide+xml"/>
  <Override PartName="/ppt/slides/slide802.xml" ContentType="application/vnd.openxmlformats-officedocument.presentationml.slide+xml"/>
  <Override PartName="/ppt/slides/slide803.xml" ContentType="application/vnd.openxmlformats-officedocument.presentationml.slide+xml"/>
  <Override PartName="/ppt/slides/slide804.xml" ContentType="application/vnd.openxmlformats-officedocument.presentationml.slide+xml"/>
  <Override PartName="/ppt/slides/slide805.xml" ContentType="application/vnd.openxmlformats-officedocument.presentationml.slide+xml"/>
  <Override PartName="/ppt/slides/slide806.xml" ContentType="application/vnd.openxmlformats-officedocument.presentationml.slide+xml"/>
  <Override PartName="/ppt/slides/slide807.xml" ContentType="application/vnd.openxmlformats-officedocument.presentationml.slide+xml"/>
  <Override PartName="/ppt/slides/slide808.xml" ContentType="application/vnd.openxmlformats-officedocument.presentationml.slide+xml"/>
  <Override PartName="/ppt/slides/slide809.xml" ContentType="application/vnd.openxmlformats-officedocument.presentationml.slide+xml"/>
  <Override PartName="/ppt/slides/slide81.xml" ContentType="application/vnd.openxmlformats-officedocument.presentationml.slide+xml"/>
  <Override PartName="/ppt/slides/slide810.xml" ContentType="application/vnd.openxmlformats-officedocument.presentationml.slide+xml"/>
  <Override PartName="/ppt/slides/slide811.xml" ContentType="application/vnd.openxmlformats-officedocument.presentationml.slide+xml"/>
  <Override PartName="/ppt/slides/slide812.xml" ContentType="application/vnd.openxmlformats-officedocument.presentationml.slide+xml"/>
  <Override PartName="/ppt/slides/slide813.xml" ContentType="application/vnd.openxmlformats-officedocument.presentationml.slide+xml"/>
  <Override PartName="/ppt/slides/slide814.xml" ContentType="application/vnd.openxmlformats-officedocument.presentationml.slide+xml"/>
  <Override PartName="/ppt/slides/slide815.xml" ContentType="application/vnd.openxmlformats-officedocument.presentationml.slide+xml"/>
  <Override PartName="/ppt/slides/slide816.xml" ContentType="application/vnd.openxmlformats-officedocument.presentationml.slide+xml"/>
  <Override PartName="/ppt/slides/slide817.xml" ContentType="application/vnd.openxmlformats-officedocument.presentationml.slide+xml"/>
  <Override PartName="/ppt/slides/slide818.xml" ContentType="application/vnd.openxmlformats-officedocument.presentationml.slide+xml"/>
  <Override PartName="/ppt/slides/slide819.xml" ContentType="application/vnd.openxmlformats-officedocument.presentationml.slide+xml"/>
  <Override PartName="/ppt/slides/slide82.xml" ContentType="application/vnd.openxmlformats-officedocument.presentationml.slide+xml"/>
  <Override PartName="/ppt/slides/slide820.xml" ContentType="application/vnd.openxmlformats-officedocument.presentationml.slide+xml"/>
  <Override PartName="/ppt/slides/slide821.xml" ContentType="application/vnd.openxmlformats-officedocument.presentationml.slide+xml"/>
  <Override PartName="/ppt/slides/slide822.xml" ContentType="application/vnd.openxmlformats-officedocument.presentationml.slide+xml"/>
  <Override PartName="/ppt/slides/slide823.xml" ContentType="application/vnd.openxmlformats-officedocument.presentationml.slide+xml"/>
  <Override PartName="/ppt/slides/slide824.xml" ContentType="application/vnd.openxmlformats-officedocument.presentationml.slide+xml"/>
  <Override PartName="/ppt/slides/slide825.xml" ContentType="application/vnd.openxmlformats-officedocument.presentationml.slide+xml"/>
  <Override PartName="/ppt/slides/slide826.xml" ContentType="application/vnd.openxmlformats-officedocument.presentationml.slide+xml"/>
  <Override PartName="/ppt/slides/slide827.xml" ContentType="application/vnd.openxmlformats-officedocument.presentationml.slide+xml"/>
  <Override PartName="/ppt/slides/slide828.xml" ContentType="application/vnd.openxmlformats-officedocument.presentationml.slide+xml"/>
  <Override PartName="/ppt/slides/slide829.xml" ContentType="application/vnd.openxmlformats-officedocument.presentationml.slide+xml"/>
  <Override PartName="/ppt/slides/slide83.xml" ContentType="application/vnd.openxmlformats-officedocument.presentationml.slide+xml"/>
  <Override PartName="/ppt/slides/slide830.xml" ContentType="application/vnd.openxmlformats-officedocument.presentationml.slide+xml"/>
  <Override PartName="/ppt/slides/slide831.xml" ContentType="application/vnd.openxmlformats-officedocument.presentationml.slide+xml"/>
  <Override PartName="/ppt/slides/slide832.xml" ContentType="application/vnd.openxmlformats-officedocument.presentationml.slide+xml"/>
  <Override PartName="/ppt/slides/slide833.xml" ContentType="application/vnd.openxmlformats-officedocument.presentationml.slide+xml"/>
  <Override PartName="/ppt/slides/slide834.xml" ContentType="application/vnd.openxmlformats-officedocument.presentationml.slide+xml"/>
  <Override PartName="/ppt/slides/slide835.xml" ContentType="application/vnd.openxmlformats-officedocument.presentationml.slide+xml"/>
  <Override PartName="/ppt/slides/slide836.xml" ContentType="application/vnd.openxmlformats-officedocument.presentationml.slide+xml"/>
  <Override PartName="/ppt/slides/slide837.xml" ContentType="application/vnd.openxmlformats-officedocument.presentationml.slide+xml"/>
  <Override PartName="/ppt/slides/slide838.xml" ContentType="application/vnd.openxmlformats-officedocument.presentationml.slide+xml"/>
  <Override PartName="/ppt/slides/slide839.xml" ContentType="application/vnd.openxmlformats-officedocument.presentationml.slide+xml"/>
  <Override PartName="/ppt/slides/slide84.xml" ContentType="application/vnd.openxmlformats-officedocument.presentationml.slide+xml"/>
  <Override PartName="/ppt/slides/slide840.xml" ContentType="application/vnd.openxmlformats-officedocument.presentationml.slide+xml"/>
  <Override PartName="/ppt/slides/slide841.xml" ContentType="application/vnd.openxmlformats-officedocument.presentationml.slide+xml"/>
  <Override PartName="/ppt/slides/slide842.xml" ContentType="application/vnd.openxmlformats-officedocument.presentationml.slide+xml"/>
  <Override PartName="/ppt/slides/slide843.xml" ContentType="application/vnd.openxmlformats-officedocument.presentationml.slide+xml"/>
  <Override PartName="/ppt/slides/slide844.xml" ContentType="application/vnd.openxmlformats-officedocument.presentationml.slide+xml"/>
  <Override PartName="/ppt/slides/slide845.xml" ContentType="application/vnd.openxmlformats-officedocument.presentationml.slide+xml"/>
  <Override PartName="/ppt/slides/slide846.xml" ContentType="application/vnd.openxmlformats-officedocument.presentationml.slide+xml"/>
  <Override PartName="/ppt/slides/slide847.xml" ContentType="application/vnd.openxmlformats-officedocument.presentationml.slide+xml"/>
  <Override PartName="/ppt/slides/slide848.xml" ContentType="application/vnd.openxmlformats-officedocument.presentationml.slide+xml"/>
  <Override PartName="/ppt/slides/slide849.xml" ContentType="application/vnd.openxmlformats-officedocument.presentationml.slide+xml"/>
  <Override PartName="/ppt/slides/slide85.xml" ContentType="application/vnd.openxmlformats-officedocument.presentationml.slide+xml"/>
  <Override PartName="/ppt/slides/slide850.xml" ContentType="application/vnd.openxmlformats-officedocument.presentationml.slide+xml"/>
  <Override PartName="/ppt/slides/slide851.xml" ContentType="application/vnd.openxmlformats-officedocument.presentationml.slide+xml"/>
  <Override PartName="/ppt/slides/slide852.xml" ContentType="application/vnd.openxmlformats-officedocument.presentationml.slide+xml"/>
  <Override PartName="/ppt/slides/slide853.xml" ContentType="application/vnd.openxmlformats-officedocument.presentationml.slide+xml"/>
  <Override PartName="/ppt/slides/slide854.xml" ContentType="application/vnd.openxmlformats-officedocument.presentationml.slide+xml"/>
  <Override PartName="/ppt/slides/slide855.xml" ContentType="application/vnd.openxmlformats-officedocument.presentationml.slide+xml"/>
  <Override PartName="/ppt/slides/slide856.xml" ContentType="application/vnd.openxmlformats-officedocument.presentationml.slide+xml"/>
  <Override PartName="/ppt/slides/slide857.xml" ContentType="application/vnd.openxmlformats-officedocument.presentationml.slide+xml"/>
  <Override PartName="/ppt/slides/slide858.xml" ContentType="application/vnd.openxmlformats-officedocument.presentationml.slide+xml"/>
  <Override PartName="/ppt/slides/slide859.xml" ContentType="application/vnd.openxmlformats-officedocument.presentationml.slide+xml"/>
  <Override PartName="/ppt/slides/slide86.xml" ContentType="application/vnd.openxmlformats-officedocument.presentationml.slide+xml"/>
  <Override PartName="/ppt/slides/slide860.xml" ContentType="application/vnd.openxmlformats-officedocument.presentationml.slide+xml"/>
  <Override PartName="/ppt/slides/slide861.xml" ContentType="application/vnd.openxmlformats-officedocument.presentationml.slide+xml"/>
  <Override PartName="/ppt/slides/slide862.xml" ContentType="application/vnd.openxmlformats-officedocument.presentationml.slide+xml"/>
  <Override PartName="/ppt/slides/slide863.xml" ContentType="application/vnd.openxmlformats-officedocument.presentationml.slide+xml"/>
  <Override PartName="/ppt/slides/slide864.xml" ContentType="application/vnd.openxmlformats-officedocument.presentationml.slide+xml"/>
  <Override PartName="/ppt/slides/slide865.xml" ContentType="application/vnd.openxmlformats-officedocument.presentationml.slide+xml"/>
  <Override PartName="/ppt/slides/slide866.xml" ContentType="application/vnd.openxmlformats-officedocument.presentationml.slide+xml"/>
  <Override PartName="/ppt/slides/slide867.xml" ContentType="application/vnd.openxmlformats-officedocument.presentationml.slide+xml"/>
  <Override PartName="/ppt/slides/slide868.xml" ContentType="application/vnd.openxmlformats-officedocument.presentationml.slide+xml"/>
  <Override PartName="/ppt/slides/slide869.xml" ContentType="application/vnd.openxmlformats-officedocument.presentationml.slide+xml"/>
  <Override PartName="/ppt/slides/slide87.xml" ContentType="application/vnd.openxmlformats-officedocument.presentationml.slide+xml"/>
  <Override PartName="/ppt/slides/slide870.xml" ContentType="application/vnd.openxmlformats-officedocument.presentationml.slide+xml"/>
  <Override PartName="/ppt/slides/slide871.xml" ContentType="application/vnd.openxmlformats-officedocument.presentationml.slide+xml"/>
  <Override PartName="/ppt/slides/slide872.xml" ContentType="application/vnd.openxmlformats-officedocument.presentationml.slide+xml"/>
  <Override PartName="/ppt/slides/slide873.xml" ContentType="application/vnd.openxmlformats-officedocument.presentationml.slide+xml"/>
  <Override PartName="/ppt/slides/slide874.xml" ContentType="application/vnd.openxmlformats-officedocument.presentationml.slide+xml"/>
  <Override PartName="/ppt/slides/slide875.xml" ContentType="application/vnd.openxmlformats-officedocument.presentationml.slide+xml"/>
  <Override PartName="/ppt/slides/slide876.xml" ContentType="application/vnd.openxmlformats-officedocument.presentationml.slide+xml"/>
  <Override PartName="/ppt/slides/slide877.xml" ContentType="application/vnd.openxmlformats-officedocument.presentationml.slide+xml"/>
  <Override PartName="/ppt/slides/slide878.xml" ContentType="application/vnd.openxmlformats-officedocument.presentationml.slide+xml"/>
  <Override PartName="/ppt/slides/slide879.xml" ContentType="application/vnd.openxmlformats-officedocument.presentationml.slide+xml"/>
  <Override PartName="/ppt/slides/slide88.xml" ContentType="application/vnd.openxmlformats-officedocument.presentationml.slide+xml"/>
  <Override PartName="/ppt/slides/slide880.xml" ContentType="application/vnd.openxmlformats-officedocument.presentationml.slide+xml"/>
  <Override PartName="/ppt/slides/slide881.xml" ContentType="application/vnd.openxmlformats-officedocument.presentationml.slide+xml"/>
  <Override PartName="/ppt/slides/slide882.xml" ContentType="application/vnd.openxmlformats-officedocument.presentationml.slide+xml"/>
  <Override PartName="/ppt/slides/slide883.xml" ContentType="application/vnd.openxmlformats-officedocument.presentationml.slide+xml"/>
  <Override PartName="/ppt/slides/slide884.xml" ContentType="application/vnd.openxmlformats-officedocument.presentationml.slide+xml"/>
  <Override PartName="/ppt/slides/slide885.xml" ContentType="application/vnd.openxmlformats-officedocument.presentationml.slide+xml"/>
  <Override PartName="/ppt/slides/slide886.xml" ContentType="application/vnd.openxmlformats-officedocument.presentationml.slide+xml"/>
  <Override PartName="/ppt/slides/slide887.xml" ContentType="application/vnd.openxmlformats-officedocument.presentationml.slide+xml"/>
  <Override PartName="/ppt/slides/slide888.xml" ContentType="application/vnd.openxmlformats-officedocument.presentationml.slide+xml"/>
  <Override PartName="/ppt/slides/slide889.xml" ContentType="application/vnd.openxmlformats-officedocument.presentationml.slide+xml"/>
  <Override PartName="/ppt/slides/slide89.xml" ContentType="application/vnd.openxmlformats-officedocument.presentationml.slide+xml"/>
  <Override PartName="/ppt/slides/slide890.xml" ContentType="application/vnd.openxmlformats-officedocument.presentationml.slide+xml"/>
  <Override PartName="/ppt/slides/slide891.xml" ContentType="application/vnd.openxmlformats-officedocument.presentationml.slide+xml"/>
  <Override PartName="/ppt/slides/slide892.xml" ContentType="application/vnd.openxmlformats-officedocument.presentationml.slide+xml"/>
  <Override PartName="/ppt/slides/slide893.xml" ContentType="application/vnd.openxmlformats-officedocument.presentationml.slide+xml"/>
  <Override PartName="/ppt/slides/slide894.xml" ContentType="application/vnd.openxmlformats-officedocument.presentationml.slide+xml"/>
  <Override PartName="/ppt/slides/slide895.xml" ContentType="application/vnd.openxmlformats-officedocument.presentationml.slide+xml"/>
  <Override PartName="/ppt/slides/slide896.xml" ContentType="application/vnd.openxmlformats-officedocument.presentationml.slide+xml"/>
  <Override PartName="/ppt/slides/slide897.xml" ContentType="application/vnd.openxmlformats-officedocument.presentationml.slide+xml"/>
  <Override PartName="/ppt/slides/slide898.xml" ContentType="application/vnd.openxmlformats-officedocument.presentationml.slide+xml"/>
  <Override PartName="/ppt/slides/slide89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00.xml" ContentType="application/vnd.openxmlformats-officedocument.presentationml.slide+xml"/>
  <Override PartName="/ppt/slides/slide901.xml" ContentType="application/vnd.openxmlformats-officedocument.presentationml.slide+xml"/>
  <Override PartName="/ppt/slides/slide902.xml" ContentType="application/vnd.openxmlformats-officedocument.presentationml.slide+xml"/>
  <Override PartName="/ppt/slides/slide903.xml" ContentType="application/vnd.openxmlformats-officedocument.presentationml.slide+xml"/>
  <Override PartName="/ppt/slides/slide904.xml" ContentType="application/vnd.openxmlformats-officedocument.presentationml.slide+xml"/>
  <Override PartName="/ppt/slides/slide905.xml" ContentType="application/vnd.openxmlformats-officedocument.presentationml.slide+xml"/>
  <Override PartName="/ppt/slides/slide906.xml" ContentType="application/vnd.openxmlformats-officedocument.presentationml.slide+xml"/>
  <Override PartName="/ppt/slides/slide907.xml" ContentType="application/vnd.openxmlformats-officedocument.presentationml.slide+xml"/>
  <Override PartName="/ppt/slides/slide908.xml" ContentType="application/vnd.openxmlformats-officedocument.presentationml.slide+xml"/>
  <Override PartName="/ppt/slides/slide909.xml" ContentType="application/vnd.openxmlformats-officedocument.presentationml.slide+xml"/>
  <Override PartName="/ppt/slides/slide91.xml" ContentType="application/vnd.openxmlformats-officedocument.presentationml.slide+xml"/>
  <Override PartName="/ppt/slides/slide910.xml" ContentType="application/vnd.openxmlformats-officedocument.presentationml.slide+xml"/>
  <Override PartName="/ppt/slides/slide911.xml" ContentType="application/vnd.openxmlformats-officedocument.presentationml.slide+xml"/>
  <Override PartName="/ppt/slides/slide912.xml" ContentType="application/vnd.openxmlformats-officedocument.presentationml.slide+xml"/>
  <Override PartName="/ppt/slides/slide913.xml" ContentType="application/vnd.openxmlformats-officedocument.presentationml.slide+xml"/>
  <Override PartName="/ppt/slides/slide914.xml" ContentType="application/vnd.openxmlformats-officedocument.presentationml.slide+xml"/>
  <Override PartName="/ppt/slides/slide915.xml" ContentType="application/vnd.openxmlformats-officedocument.presentationml.slide+xml"/>
  <Override PartName="/ppt/slides/slide916.xml" ContentType="application/vnd.openxmlformats-officedocument.presentationml.slide+xml"/>
  <Override PartName="/ppt/slides/slide917.xml" ContentType="application/vnd.openxmlformats-officedocument.presentationml.slide+xml"/>
  <Override PartName="/ppt/slides/slide918.xml" ContentType="application/vnd.openxmlformats-officedocument.presentationml.slide+xml"/>
  <Override PartName="/ppt/slides/slide919.xml" ContentType="application/vnd.openxmlformats-officedocument.presentationml.slide+xml"/>
  <Override PartName="/ppt/slides/slide92.xml" ContentType="application/vnd.openxmlformats-officedocument.presentationml.slide+xml"/>
  <Override PartName="/ppt/slides/slide920.xml" ContentType="application/vnd.openxmlformats-officedocument.presentationml.slide+xml"/>
  <Override PartName="/ppt/slides/slide921.xml" ContentType="application/vnd.openxmlformats-officedocument.presentationml.slide+xml"/>
  <Override PartName="/ppt/slides/slide922.xml" ContentType="application/vnd.openxmlformats-officedocument.presentationml.slide+xml"/>
  <Override PartName="/ppt/slides/slide923.xml" ContentType="application/vnd.openxmlformats-officedocument.presentationml.slide+xml"/>
  <Override PartName="/ppt/slides/slide924.xml" ContentType="application/vnd.openxmlformats-officedocument.presentationml.slide+xml"/>
  <Override PartName="/ppt/slides/slide925.xml" ContentType="application/vnd.openxmlformats-officedocument.presentationml.slide+xml"/>
  <Override PartName="/ppt/slides/slide926.xml" ContentType="application/vnd.openxmlformats-officedocument.presentationml.slide+xml"/>
  <Override PartName="/ppt/slides/slide927.xml" ContentType="application/vnd.openxmlformats-officedocument.presentationml.slide+xml"/>
  <Override PartName="/ppt/slides/slide928.xml" ContentType="application/vnd.openxmlformats-officedocument.presentationml.slide+xml"/>
  <Override PartName="/ppt/slides/slide929.xml" ContentType="application/vnd.openxmlformats-officedocument.presentationml.slide+xml"/>
  <Override PartName="/ppt/slides/slide93.xml" ContentType="application/vnd.openxmlformats-officedocument.presentationml.slide+xml"/>
  <Override PartName="/ppt/slides/slide930.xml" ContentType="application/vnd.openxmlformats-officedocument.presentationml.slide+xml"/>
  <Override PartName="/ppt/slides/slide931.xml" ContentType="application/vnd.openxmlformats-officedocument.presentationml.slide+xml"/>
  <Override PartName="/ppt/slides/slide932.xml" ContentType="application/vnd.openxmlformats-officedocument.presentationml.slide+xml"/>
  <Override PartName="/ppt/slides/slide933.xml" ContentType="application/vnd.openxmlformats-officedocument.presentationml.slide+xml"/>
  <Override PartName="/ppt/slides/slide934.xml" ContentType="application/vnd.openxmlformats-officedocument.presentationml.slide+xml"/>
  <Override PartName="/ppt/slides/slide935.xml" ContentType="application/vnd.openxmlformats-officedocument.presentationml.slide+xml"/>
  <Override PartName="/ppt/slides/slide936.xml" ContentType="application/vnd.openxmlformats-officedocument.presentationml.slide+xml"/>
  <Override PartName="/ppt/slides/slide937.xml" ContentType="application/vnd.openxmlformats-officedocument.presentationml.slide+xml"/>
  <Override PartName="/ppt/slides/slide938.xml" ContentType="application/vnd.openxmlformats-officedocument.presentationml.slide+xml"/>
  <Override PartName="/ppt/slides/slide939.xml" ContentType="application/vnd.openxmlformats-officedocument.presentationml.slide+xml"/>
  <Override PartName="/ppt/slides/slide94.xml" ContentType="application/vnd.openxmlformats-officedocument.presentationml.slide+xml"/>
  <Override PartName="/ppt/slides/slide940.xml" ContentType="application/vnd.openxmlformats-officedocument.presentationml.slide+xml"/>
  <Override PartName="/ppt/slides/slide941.xml" ContentType="application/vnd.openxmlformats-officedocument.presentationml.slide+xml"/>
  <Override PartName="/ppt/slides/slide942.xml" ContentType="application/vnd.openxmlformats-officedocument.presentationml.slide+xml"/>
  <Override PartName="/ppt/slides/slide943.xml" ContentType="application/vnd.openxmlformats-officedocument.presentationml.slide+xml"/>
  <Override PartName="/ppt/slides/slide944.xml" ContentType="application/vnd.openxmlformats-officedocument.presentationml.slide+xml"/>
  <Override PartName="/ppt/slides/slide945.xml" ContentType="application/vnd.openxmlformats-officedocument.presentationml.slide+xml"/>
  <Override PartName="/ppt/slides/slide946.xml" ContentType="application/vnd.openxmlformats-officedocument.presentationml.slide+xml"/>
  <Override PartName="/ppt/slides/slide947.xml" ContentType="application/vnd.openxmlformats-officedocument.presentationml.slide+xml"/>
  <Override PartName="/ppt/slides/slide948.xml" ContentType="application/vnd.openxmlformats-officedocument.presentationml.slide+xml"/>
  <Override PartName="/ppt/slides/slide949.xml" ContentType="application/vnd.openxmlformats-officedocument.presentationml.slide+xml"/>
  <Override PartName="/ppt/slides/slide95.xml" ContentType="application/vnd.openxmlformats-officedocument.presentationml.slide+xml"/>
  <Override PartName="/ppt/slides/slide950.xml" ContentType="application/vnd.openxmlformats-officedocument.presentationml.slide+xml"/>
  <Override PartName="/ppt/slides/slide951.xml" ContentType="application/vnd.openxmlformats-officedocument.presentationml.slide+xml"/>
  <Override PartName="/ppt/slides/slide952.xml" ContentType="application/vnd.openxmlformats-officedocument.presentationml.slide+xml"/>
  <Override PartName="/ppt/slides/slide953.xml" ContentType="application/vnd.openxmlformats-officedocument.presentationml.slide+xml"/>
  <Override PartName="/ppt/slides/slide954.xml" ContentType="application/vnd.openxmlformats-officedocument.presentationml.slide+xml"/>
  <Override PartName="/ppt/slides/slide955.xml" ContentType="application/vnd.openxmlformats-officedocument.presentationml.slide+xml"/>
  <Override PartName="/ppt/slides/slide956.xml" ContentType="application/vnd.openxmlformats-officedocument.presentationml.slide+xml"/>
  <Override PartName="/ppt/slides/slide957.xml" ContentType="application/vnd.openxmlformats-officedocument.presentationml.slide+xml"/>
  <Override PartName="/ppt/slides/slide958.xml" ContentType="application/vnd.openxmlformats-officedocument.presentationml.slide+xml"/>
  <Override PartName="/ppt/slides/slide959.xml" ContentType="application/vnd.openxmlformats-officedocument.presentationml.slide+xml"/>
  <Override PartName="/ppt/slides/slide96.xml" ContentType="application/vnd.openxmlformats-officedocument.presentationml.slide+xml"/>
  <Override PartName="/ppt/slides/slide960.xml" ContentType="application/vnd.openxmlformats-officedocument.presentationml.slide+xml"/>
  <Override PartName="/ppt/slides/slide961.xml" ContentType="application/vnd.openxmlformats-officedocument.presentationml.slide+xml"/>
  <Override PartName="/ppt/slides/slide962.xml" ContentType="application/vnd.openxmlformats-officedocument.presentationml.slide+xml"/>
  <Override PartName="/ppt/slides/slide963.xml" ContentType="application/vnd.openxmlformats-officedocument.presentationml.slide+xml"/>
  <Override PartName="/ppt/slides/slide964.xml" ContentType="application/vnd.openxmlformats-officedocument.presentationml.slide+xml"/>
  <Override PartName="/ppt/slides/slide965.xml" ContentType="application/vnd.openxmlformats-officedocument.presentationml.slide+xml"/>
  <Override PartName="/ppt/slides/slide966.xml" ContentType="application/vnd.openxmlformats-officedocument.presentationml.slide+xml"/>
  <Override PartName="/ppt/slides/slide967.xml" ContentType="application/vnd.openxmlformats-officedocument.presentationml.slide+xml"/>
  <Override PartName="/ppt/slides/slide968.xml" ContentType="application/vnd.openxmlformats-officedocument.presentationml.slide+xml"/>
  <Override PartName="/ppt/slides/slide969.xml" ContentType="application/vnd.openxmlformats-officedocument.presentationml.slide+xml"/>
  <Override PartName="/ppt/slides/slide97.xml" ContentType="application/vnd.openxmlformats-officedocument.presentationml.slide+xml"/>
  <Override PartName="/ppt/slides/slide970.xml" ContentType="application/vnd.openxmlformats-officedocument.presentationml.slide+xml"/>
  <Override PartName="/ppt/slides/slide971.xml" ContentType="application/vnd.openxmlformats-officedocument.presentationml.slide+xml"/>
  <Override PartName="/ppt/slides/slide972.xml" ContentType="application/vnd.openxmlformats-officedocument.presentationml.slide+xml"/>
  <Override PartName="/ppt/slides/slide973.xml" ContentType="application/vnd.openxmlformats-officedocument.presentationml.slide+xml"/>
  <Override PartName="/ppt/slides/slide974.xml" ContentType="application/vnd.openxmlformats-officedocument.presentationml.slide+xml"/>
  <Override PartName="/ppt/slides/slide975.xml" ContentType="application/vnd.openxmlformats-officedocument.presentationml.slide+xml"/>
  <Override PartName="/ppt/slides/slide976.xml" ContentType="application/vnd.openxmlformats-officedocument.presentationml.slide+xml"/>
  <Override PartName="/ppt/slides/slide977.xml" ContentType="application/vnd.openxmlformats-officedocument.presentationml.slide+xml"/>
  <Override PartName="/ppt/slides/slide978.xml" ContentType="application/vnd.openxmlformats-officedocument.presentationml.slide+xml"/>
  <Override PartName="/ppt/slides/slide979.xml" ContentType="application/vnd.openxmlformats-officedocument.presentationml.slide+xml"/>
  <Override PartName="/ppt/slides/slide98.xml" ContentType="application/vnd.openxmlformats-officedocument.presentationml.slide+xml"/>
  <Override PartName="/ppt/slides/slide980.xml" ContentType="application/vnd.openxmlformats-officedocument.presentationml.slide+xml"/>
  <Override PartName="/ppt/slides/slide981.xml" ContentType="application/vnd.openxmlformats-officedocument.presentationml.slide+xml"/>
  <Override PartName="/ppt/slides/slide982.xml" ContentType="application/vnd.openxmlformats-officedocument.presentationml.slide+xml"/>
  <Override PartName="/ppt/slides/slide983.xml" ContentType="application/vnd.openxmlformats-officedocument.presentationml.slide+xml"/>
  <Override PartName="/ppt/slides/slide984.xml" ContentType="application/vnd.openxmlformats-officedocument.presentationml.slide+xml"/>
  <Override PartName="/ppt/slides/slide985.xml" ContentType="application/vnd.openxmlformats-officedocument.presentationml.slide+xml"/>
  <Override PartName="/ppt/slides/slide986.xml" ContentType="application/vnd.openxmlformats-officedocument.presentationml.slide+xml"/>
  <Override PartName="/ppt/slides/slide987.xml" ContentType="application/vnd.openxmlformats-officedocument.presentationml.slide+xml"/>
  <Override PartName="/ppt/slides/slide988.xml" ContentType="application/vnd.openxmlformats-officedocument.presentationml.slide+xml"/>
  <Override PartName="/ppt/slides/slide989.xml" ContentType="application/vnd.openxmlformats-officedocument.presentationml.slide+xml"/>
  <Override PartName="/ppt/slides/slide99.xml" ContentType="application/vnd.openxmlformats-officedocument.presentationml.slide+xml"/>
  <Override PartName="/ppt/slides/slide990.xml" ContentType="application/vnd.openxmlformats-officedocument.presentationml.slide+xml"/>
  <Override PartName="/ppt/slides/slide991.xml" ContentType="application/vnd.openxmlformats-officedocument.presentationml.slide+xml"/>
  <Override PartName="/ppt/slides/slide992.xml" ContentType="application/vnd.openxmlformats-officedocument.presentationml.slide+xml"/>
  <Override PartName="/ppt/slides/slide993.xml" ContentType="application/vnd.openxmlformats-officedocument.presentationml.slide+xml"/>
  <Override PartName="/ppt/slides/slide994.xml" ContentType="application/vnd.openxmlformats-officedocument.presentationml.slide+xml"/>
  <Override PartName="/ppt/slides/slide995.xml" ContentType="application/vnd.openxmlformats-officedocument.presentationml.slide+xml"/>
  <Override PartName="/ppt/slides/slide996.xml" ContentType="application/vnd.openxmlformats-officedocument.presentationml.slide+xml"/>
  <Override PartName="/ppt/slides/slide997.xml" ContentType="application/vnd.openxmlformats-officedocument.presentationml.slide+xml"/>
  <Override PartName="/ppt/slides/slide998.xml" ContentType="application/vnd.openxmlformats-officedocument.presentationml.slide+xml"/>
  <Override PartName="/ppt/slides/slide9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  <p:sldId id="662" r:id="rId413"/>
    <p:sldId id="663" r:id="rId414"/>
    <p:sldId id="664" r:id="rId415"/>
    <p:sldId id="665" r:id="rId416"/>
    <p:sldId id="666" r:id="rId417"/>
    <p:sldId id="667" r:id="rId418"/>
    <p:sldId id="668" r:id="rId419"/>
    <p:sldId id="669" r:id="rId420"/>
    <p:sldId id="670" r:id="rId421"/>
    <p:sldId id="671" r:id="rId422"/>
    <p:sldId id="672" r:id="rId423"/>
    <p:sldId id="673" r:id="rId424"/>
    <p:sldId id="674" r:id="rId425"/>
    <p:sldId id="675" r:id="rId426"/>
    <p:sldId id="676" r:id="rId427"/>
    <p:sldId id="677" r:id="rId428"/>
    <p:sldId id="678" r:id="rId429"/>
    <p:sldId id="679" r:id="rId430"/>
    <p:sldId id="680" r:id="rId431"/>
    <p:sldId id="681" r:id="rId432"/>
    <p:sldId id="682" r:id="rId433"/>
    <p:sldId id="683" r:id="rId434"/>
    <p:sldId id="684" r:id="rId435"/>
    <p:sldId id="685" r:id="rId436"/>
    <p:sldId id="686" r:id="rId437"/>
    <p:sldId id="687" r:id="rId438"/>
    <p:sldId id="688" r:id="rId439"/>
    <p:sldId id="689" r:id="rId440"/>
    <p:sldId id="690" r:id="rId441"/>
    <p:sldId id="691" r:id="rId442"/>
    <p:sldId id="692" r:id="rId443"/>
    <p:sldId id="693" r:id="rId444"/>
    <p:sldId id="694" r:id="rId445"/>
    <p:sldId id="695" r:id="rId446"/>
    <p:sldId id="696" r:id="rId447"/>
    <p:sldId id="697" r:id="rId448"/>
    <p:sldId id="698" r:id="rId449"/>
    <p:sldId id="699" r:id="rId450"/>
    <p:sldId id="700" r:id="rId451"/>
    <p:sldId id="701" r:id="rId452"/>
    <p:sldId id="702" r:id="rId453"/>
    <p:sldId id="703" r:id="rId454"/>
    <p:sldId id="704" r:id="rId455"/>
    <p:sldId id="705" r:id="rId456"/>
    <p:sldId id="706" r:id="rId457"/>
    <p:sldId id="707" r:id="rId458"/>
    <p:sldId id="708" r:id="rId459"/>
    <p:sldId id="709" r:id="rId460"/>
    <p:sldId id="710" r:id="rId461"/>
    <p:sldId id="711" r:id="rId462"/>
    <p:sldId id="712" r:id="rId463"/>
    <p:sldId id="713" r:id="rId464"/>
    <p:sldId id="714" r:id="rId465"/>
    <p:sldId id="715" r:id="rId466"/>
    <p:sldId id="716" r:id="rId467"/>
    <p:sldId id="717" r:id="rId468"/>
    <p:sldId id="718" r:id="rId469"/>
    <p:sldId id="719" r:id="rId470"/>
    <p:sldId id="720" r:id="rId471"/>
    <p:sldId id="721" r:id="rId472"/>
    <p:sldId id="722" r:id="rId473"/>
    <p:sldId id="723" r:id="rId474"/>
    <p:sldId id="724" r:id="rId475"/>
    <p:sldId id="725" r:id="rId476"/>
    <p:sldId id="726" r:id="rId477"/>
    <p:sldId id="727" r:id="rId478"/>
    <p:sldId id="728" r:id="rId479"/>
    <p:sldId id="729" r:id="rId480"/>
    <p:sldId id="730" r:id="rId481"/>
    <p:sldId id="731" r:id="rId482"/>
    <p:sldId id="732" r:id="rId483"/>
    <p:sldId id="733" r:id="rId484"/>
    <p:sldId id="734" r:id="rId485"/>
    <p:sldId id="735" r:id="rId486"/>
    <p:sldId id="736" r:id="rId487"/>
    <p:sldId id="737" r:id="rId488"/>
    <p:sldId id="738" r:id="rId489"/>
    <p:sldId id="739" r:id="rId490"/>
    <p:sldId id="740" r:id="rId491"/>
    <p:sldId id="741" r:id="rId492"/>
    <p:sldId id="742" r:id="rId493"/>
    <p:sldId id="743" r:id="rId494"/>
    <p:sldId id="744" r:id="rId495"/>
    <p:sldId id="745" r:id="rId496"/>
    <p:sldId id="746" r:id="rId497"/>
    <p:sldId id="747" r:id="rId498"/>
    <p:sldId id="748" r:id="rId499"/>
    <p:sldId id="749" r:id="rId500"/>
    <p:sldId id="750" r:id="rId501"/>
    <p:sldId id="751" r:id="rId502"/>
    <p:sldId id="752" r:id="rId503"/>
    <p:sldId id="753" r:id="rId504"/>
    <p:sldId id="754" r:id="rId505"/>
    <p:sldId id="755" r:id="rId506"/>
    <p:sldId id="756" r:id="rId507"/>
    <p:sldId id="757" r:id="rId508"/>
    <p:sldId id="758" r:id="rId509"/>
    <p:sldId id="759" r:id="rId510"/>
    <p:sldId id="760" r:id="rId511"/>
    <p:sldId id="761" r:id="rId512"/>
    <p:sldId id="762" r:id="rId513"/>
    <p:sldId id="763" r:id="rId514"/>
    <p:sldId id="764" r:id="rId515"/>
    <p:sldId id="765" r:id="rId516"/>
    <p:sldId id="766" r:id="rId517"/>
    <p:sldId id="767" r:id="rId518"/>
    <p:sldId id="768" r:id="rId519"/>
    <p:sldId id="769" r:id="rId520"/>
    <p:sldId id="770" r:id="rId521"/>
    <p:sldId id="771" r:id="rId522"/>
    <p:sldId id="772" r:id="rId523"/>
    <p:sldId id="773" r:id="rId524"/>
    <p:sldId id="774" r:id="rId525"/>
    <p:sldId id="775" r:id="rId526"/>
    <p:sldId id="776" r:id="rId527"/>
    <p:sldId id="777" r:id="rId528"/>
    <p:sldId id="778" r:id="rId529"/>
    <p:sldId id="779" r:id="rId530"/>
    <p:sldId id="780" r:id="rId531"/>
    <p:sldId id="781" r:id="rId532"/>
    <p:sldId id="782" r:id="rId533"/>
    <p:sldId id="783" r:id="rId534"/>
    <p:sldId id="784" r:id="rId535"/>
    <p:sldId id="785" r:id="rId536"/>
    <p:sldId id="786" r:id="rId537"/>
    <p:sldId id="787" r:id="rId538"/>
    <p:sldId id="788" r:id="rId539"/>
    <p:sldId id="789" r:id="rId540"/>
    <p:sldId id="790" r:id="rId541"/>
    <p:sldId id="791" r:id="rId542"/>
    <p:sldId id="792" r:id="rId543"/>
    <p:sldId id="793" r:id="rId544"/>
    <p:sldId id="794" r:id="rId545"/>
    <p:sldId id="795" r:id="rId546"/>
    <p:sldId id="796" r:id="rId547"/>
    <p:sldId id="797" r:id="rId548"/>
    <p:sldId id="798" r:id="rId549"/>
    <p:sldId id="799" r:id="rId550"/>
    <p:sldId id="800" r:id="rId551"/>
    <p:sldId id="801" r:id="rId552"/>
    <p:sldId id="802" r:id="rId553"/>
    <p:sldId id="803" r:id="rId554"/>
    <p:sldId id="804" r:id="rId555"/>
    <p:sldId id="805" r:id="rId556"/>
    <p:sldId id="806" r:id="rId557"/>
    <p:sldId id="807" r:id="rId558"/>
    <p:sldId id="808" r:id="rId559"/>
    <p:sldId id="809" r:id="rId560"/>
    <p:sldId id="810" r:id="rId561"/>
    <p:sldId id="811" r:id="rId562"/>
    <p:sldId id="812" r:id="rId563"/>
    <p:sldId id="813" r:id="rId564"/>
    <p:sldId id="814" r:id="rId565"/>
    <p:sldId id="815" r:id="rId566"/>
    <p:sldId id="816" r:id="rId567"/>
    <p:sldId id="817" r:id="rId568"/>
    <p:sldId id="818" r:id="rId569"/>
    <p:sldId id="819" r:id="rId570"/>
    <p:sldId id="820" r:id="rId571"/>
    <p:sldId id="821" r:id="rId572"/>
    <p:sldId id="822" r:id="rId573"/>
    <p:sldId id="823" r:id="rId574"/>
    <p:sldId id="824" r:id="rId575"/>
    <p:sldId id="825" r:id="rId576"/>
    <p:sldId id="826" r:id="rId577"/>
    <p:sldId id="827" r:id="rId578"/>
    <p:sldId id="828" r:id="rId579"/>
    <p:sldId id="829" r:id="rId580"/>
    <p:sldId id="830" r:id="rId581"/>
    <p:sldId id="831" r:id="rId582"/>
    <p:sldId id="832" r:id="rId583"/>
    <p:sldId id="833" r:id="rId584"/>
    <p:sldId id="834" r:id="rId585"/>
    <p:sldId id="835" r:id="rId586"/>
    <p:sldId id="836" r:id="rId587"/>
    <p:sldId id="837" r:id="rId588"/>
    <p:sldId id="838" r:id="rId589"/>
    <p:sldId id="839" r:id="rId590"/>
    <p:sldId id="840" r:id="rId591"/>
    <p:sldId id="841" r:id="rId592"/>
    <p:sldId id="842" r:id="rId593"/>
    <p:sldId id="843" r:id="rId594"/>
    <p:sldId id="844" r:id="rId595"/>
    <p:sldId id="845" r:id="rId596"/>
    <p:sldId id="846" r:id="rId597"/>
    <p:sldId id="847" r:id="rId598"/>
    <p:sldId id="848" r:id="rId599"/>
    <p:sldId id="849" r:id="rId600"/>
    <p:sldId id="850" r:id="rId601"/>
    <p:sldId id="851" r:id="rId602"/>
    <p:sldId id="852" r:id="rId603"/>
    <p:sldId id="853" r:id="rId604"/>
    <p:sldId id="854" r:id="rId605"/>
    <p:sldId id="855" r:id="rId606"/>
    <p:sldId id="856" r:id="rId607"/>
    <p:sldId id="857" r:id="rId608"/>
    <p:sldId id="858" r:id="rId609"/>
    <p:sldId id="859" r:id="rId610"/>
    <p:sldId id="860" r:id="rId611"/>
    <p:sldId id="861" r:id="rId612"/>
    <p:sldId id="862" r:id="rId613"/>
    <p:sldId id="863" r:id="rId614"/>
    <p:sldId id="864" r:id="rId615"/>
    <p:sldId id="865" r:id="rId616"/>
    <p:sldId id="866" r:id="rId617"/>
    <p:sldId id="867" r:id="rId618"/>
    <p:sldId id="868" r:id="rId619"/>
    <p:sldId id="869" r:id="rId620"/>
    <p:sldId id="870" r:id="rId621"/>
    <p:sldId id="871" r:id="rId622"/>
    <p:sldId id="872" r:id="rId623"/>
    <p:sldId id="873" r:id="rId624"/>
    <p:sldId id="874" r:id="rId625"/>
    <p:sldId id="875" r:id="rId626"/>
    <p:sldId id="876" r:id="rId627"/>
    <p:sldId id="877" r:id="rId628"/>
    <p:sldId id="878" r:id="rId629"/>
    <p:sldId id="879" r:id="rId630"/>
    <p:sldId id="880" r:id="rId631"/>
    <p:sldId id="881" r:id="rId632"/>
    <p:sldId id="882" r:id="rId633"/>
    <p:sldId id="883" r:id="rId634"/>
    <p:sldId id="884" r:id="rId635"/>
    <p:sldId id="885" r:id="rId636"/>
    <p:sldId id="886" r:id="rId637"/>
    <p:sldId id="887" r:id="rId638"/>
    <p:sldId id="888" r:id="rId639"/>
    <p:sldId id="889" r:id="rId640"/>
    <p:sldId id="890" r:id="rId641"/>
    <p:sldId id="891" r:id="rId642"/>
    <p:sldId id="892" r:id="rId643"/>
    <p:sldId id="893" r:id="rId644"/>
    <p:sldId id="894" r:id="rId645"/>
    <p:sldId id="895" r:id="rId646"/>
    <p:sldId id="896" r:id="rId647"/>
    <p:sldId id="897" r:id="rId648"/>
    <p:sldId id="898" r:id="rId649"/>
    <p:sldId id="899" r:id="rId650"/>
    <p:sldId id="900" r:id="rId651"/>
    <p:sldId id="901" r:id="rId652"/>
    <p:sldId id="902" r:id="rId653"/>
    <p:sldId id="903" r:id="rId654"/>
    <p:sldId id="904" r:id="rId655"/>
    <p:sldId id="905" r:id="rId656"/>
    <p:sldId id="906" r:id="rId657"/>
    <p:sldId id="907" r:id="rId658"/>
    <p:sldId id="908" r:id="rId659"/>
    <p:sldId id="909" r:id="rId660"/>
    <p:sldId id="910" r:id="rId661"/>
    <p:sldId id="911" r:id="rId662"/>
    <p:sldId id="912" r:id="rId663"/>
    <p:sldId id="913" r:id="rId664"/>
    <p:sldId id="914" r:id="rId665"/>
    <p:sldId id="915" r:id="rId666"/>
    <p:sldId id="916" r:id="rId667"/>
    <p:sldId id="917" r:id="rId668"/>
    <p:sldId id="918" r:id="rId669"/>
    <p:sldId id="919" r:id="rId670"/>
    <p:sldId id="920" r:id="rId671"/>
    <p:sldId id="921" r:id="rId672"/>
    <p:sldId id="922" r:id="rId673"/>
    <p:sldId id="923" r:id="rId674"/>
    <p:sldId id="924" r:id="rId675"/>
    <p:sldId id="925" r:id="rId676"/>
    <p:sldId id="926" r:id="rId677"/>
    <p:sldId id="927" r:id="rId678"/>
    <p:sldId id="928" r:id="rId679"/>
    <p:sldId id="929" r:id="rId680"/>
    <p:sldId id="930" r:id="rId681"/>
    <p:sldId id="931" r:id="rId682"/>
    <p:sldId id="932" r:id="rId683"/>
    <p:sldId id="933" r:id="rId684"/>
    <p:sldId id="934" r:id="rId685"/>
    <p:sldId id="935" r:id="rId686"/>
    <p:sldId id="936" r:id="rId687"/>
    <p:sldId id="937" r:id="rId688"/>
    <p:sldId id="938" r:id="rId689"/>
    <p:sldId id="939" r:id="rId690"/>
    <p:sldId id="940" r:id="rId691"/>
    <p:sldId id="941" r:id="rId692"/>
    <p:sldId id="942" r:id="rId693"/>
    <p:sldId id="943" r:id="rId694"/>
    <p:sldId id="944" r:id="rId695"/>
    <p:sldId id="945" r:id="rId696"/>
    <p:sldId id="946" r:id="rId697"/>
    <p:sldId id="947" r:id="rId698"/>
    <p:sldId id="948" r:id="rId699"/>
    <p:sldId id="949" r:id="rId700"/>
    <p:sldId id="950" r:id="rId701"/>
    <p:sldId id="951" r:id="rId702"/>
    <p:sldId id="952" r:id="rId703"/>
    <p:sldId id="953" r:id="rId704"/>
    <p:sldId id="954" r:id="rId705"/>
    <p:sldId id="955" r:id="rId706"/>
    <p:sldId id="956" r:id="rId707"/>
    <p:sldId id="957" r:id="rId708"/>
    <p:sldId id="958" r:id="rId709"/>
    <p:sldId id="959" r:id="rId710"/>
    <p:sldId id="960" r:id="rId711"/>
    <p:sldId id="961" r:id="rId712"/>
    <p:sldId id="962" r:id="rId713"/>
    <p:sldId id="963" r:id="rId714"/>
    <p:sldId id="964" r:id="rId715"/>
    <p:sldId id="965" r:id="rId716"/>
    <p:sldId id="966" r:id="rId717"/>
    <p:sldId id="967" r:id="rId718"/>
    <p:sldId id="968" r:id="rId719"/>
    <p:sldId id="969" r:id="rId720"/>
    <p:sldId id="970" r:id="rId721"/>
    <p:sldId id="971" r:id="rId722"/>
    <p:sldId id="972" r:id="rId723"/>
    <p:sldId id="973" r:id="rId724"/>
    <p:sldId id="974" r:id="rId725"/>
    <p:sldId id="975" r:id="rId726"/>
    <p:sldId id="976" r:id="rId727"/>
    <p:sldId id="977" r:id="rId728"/>
    <p:sldId id="978" r:id="rId729"/>
    <p:sldId id="979" r:id="rId730"/>
    <p:sldId id="980" r:id="rId731"/>
    <p:sldId id="981" r:id="rId732"/>
    <p:sldId id="982" r:id="rId733"/>
    <p:sldId id="983" r:id="rId734"/>
    <p:sldId id="984" r:id="rId735"/>
    <p:sldId id="985" r:id="rId736"/>
    <p:sldId id="986" r:id="rId737"/>
    <p:sldId id="987" r:id="rId738"/>
    <p:sldId id="988" r:id="rId739"/>
    <p:sldId id="989" r:id="rId740"/>
    <p:sldId id="990" r:id="rId741"/>
    <p:sldId id="991" r:id="rId742"/>
    <p:sldId id="992" r:id="rId743"/>
    <p:sldId id="993" r:id="rId744"/>
    <p:sldId id="994" r:id="rId745"/>
    <p:sldId id="995" r:id="rId746"/>
    <p:sldId id="996" r:id="rId747"/>
    <p:sldId id="997" r:id="rId748"/>
    <p:sldId id="998" r:id="rId749"/>
    <p:sldId id="999" r:id="rId750"/>
    <p:sldId id="1000" r:id="rId751"/>
    <p:sldId id="1001" r:id="rId752"/>
    <p:sldId id="1002" r:id="rId753"/>
    <p:sldId id="1003" r:id="rId754"/>
    <p:sldId id="1004" r:id="rId755"/>
    <p:sldId id="1005" r:id="rId756"/>
    <p:sldId id="1006" r:id="rId757"/>
    <p:sldId id="1007" r:id="rId758"/>
    <p:sldId id="1008" r:id="rId759"/>
    <p:sldId id="1009" r:id="rId760"/>
    <p:sldId id="1010" r:id="rId761"/>
    <p:sldId id="1011" r:id="rId762"/>
    <p:sldId id="1012" r:id="rId763"/>
    <p:sldId id="1013" r:id="rId764"/>
    <p:sldId id="1014" r:id="rId765"/>
    <p:sldId id="1015" r:id="rId766"/>
    <p:sldId id="1016" r:id="rId767"/>
    <p:sldId id="1017" r:id="rId768"/>
    <p:sldId id="1018" r:id="rId769"/>
    <p:sldId id="1019" r:id="rId770"/>
    <p:sldId id="1020" r:id="rId771"/>
    <p:sldId id="1021" r:id="rId772"/>
    <p:sldId id="1022" r:id="rId773"/>
    <p:sldId id="1023" r:id="rId774"/>
    <p:sldId id="1024" r:id="rId775"/>
    <p:sldId id="1025" r:id="rId776"/>
    <p:sldId id="1026" r:id="rId777"/>
    <p:sldId id="1027" r:id="rId778"/>
    <p:sldId id="1028" r:id="rId779"/>
    <p:sldId id="1029" r:id="rId780"/>
    <p:sldId id="1030" r:id="rId781"/>
    <p:sldId id="1031" r:id="rId782"/>
    <p:sldId id="1032" r:id="rId783"/>
    <p:sldId id="1033" r:id="rId784"/>
    <p:sldId id="1034" r:id="rId785"/>
    <p:sldId id="1035" r:id="rId786"/>
    <p:sldId id="1036" r:id="rId787"/>
    <p:sldId id="1037" r:id="rId788"/>
    <p:sldId id="1038" r:id="rId789"/>
    <p:sldId id="1039" r:id="rId790"/>
    <p:sldId id="1040" r:id="rId791"/>
    <p:sldId id="1041" r:id="rId792"/>
    <p:sldId id="1042" r:id="rId793"/>
    <p:sldId id="1043" r:id="rId794"/>
    <p:sldId id="1044" r:id="rId795"/>
    <p:sldId id="1045" r:id="rId796"/>
    <p:sldId id="1046" r:id="rId797"/>
    <p:sldId id="1047" r:id="rId798"/>
    <p:sldId id="1048" r:id="rId799"/>
    <p:sldId id="1049" r:id="rId800"/>
    <p:sldId id="1050" r:id="rId801"/>
    <p:sldId id="1051" r:id="rId802"/>
    <p:sldId id="1052" r:id="rId803"/>
    <p:sldId id="1053" r:id="rId804"/>
    <p:sldId id="1054" r:id="rId805"/>
    <p:sldId id="1055" r:id="rId806"/>
    <p:sldId id="1056" r:id="rId807"/>
    <p:sldId id="1057" r:id="rId808"/>
    <p:sldId id="1058" r:id="rId809"/>
    <p:sldId id="1059" r:id="rId810"/>
    <p:sldId id="1060" r:id="rId811"/>
    <p:sldId id="1061" r:id="rId812"/>
    <p:sldId id="1062" r:id="rId813"/>
    <p:sldId id="1063" r:id="rId814"/>
    <p:sldId id="1064" r:id="rId815"/>
    <p:sldId id="1065" r:id="rId816"/>
    <p:sldId id="1066" r:id="rId817"/>
    <p:sldId id="1067" r:id="rId818"/>
    <p:sldId id="1068" r:id="rId819"/>
    <p:sldId id="1069" r:id="rId820"/>
    <p:sldId id="1070" r:id="rId821"/>
    <p:sldId id="1071" r:id="rId822"/>
    <p:sldId id="1072" r:id="rId823"/>
    <p:sldId id="1073" r:id="rId824"/>
    <p:sldId id="1074" r:id="rId825"/>
    <p:sldId id="1075" r:id="rId826"/>
    <p:sldId id="1076" r:id="rId827"/>
    <p:sldId id="1077" r:id="rId828"/>
    <p:sldId id="1078" r:id="rId829"/>
    <p:sldId id="1079" r:id="rId830"/>
    <p:sldId id="1080" r:id="rId831"/>
    <p:sldId id="1081" r:id="rId832"/>
    <p:sldId id="1082" r:id="rId833"/>
    <p:sldId id="1083" r:id="rId834"/>
    <p:sldId id="1084" r:id="rId835"/>
    <p:sldId id="1085" r:id="rId836"/>
    <p:sldId id="1086" r:id="rId837"/>
    <p:sldId id="1087" r:id="rId838"/>
    <p:sldId id="1088" r:id="rId839"/>
    <p:sldId id="1089" r:id="rId840"/>
    <p:sldId id="1090" r:id="rId841"/>
    <p:sldId id="1091" r:id="rId842"/>
    <p:sldId id="1092" r:id="rId843"/>
    <p:sldId id="1093" r:id="rId844"/>
    <p:sldId id="1094" r:id="rId845"/>
    <p:sldId id="1095" r:id="rId846"/>
    <p:sldId id="1096" r:id="rId847"/>
    <p:sldId id="1097" r:id="rId848"/>
    <p:sldId id="1098" r:id="rId849"/>
    <p:sldId id="1099" r:id="rId850"/>
    <p:sldId id="1100" r:id="rId851"/>
    <p:sldId id="1101" r:id="rId852"/>
    <p:sldId id="1102" r:id="rId853"/>
    <p:sldId id="1103" r:id="rId854"/>
    <p:sldId id="1104" r:id="rId855"/>
    <p:sldId id="1105" r:id="rId856"/>
    <p:sldId id="1106" r:id="rId857"/>
    <p:sldId id="1107" r:id="rId858"/>
    <p:sldId id="1108" r:id="rId859"/>
    <p:sldId id="1109" r:id="rId860"/>
    <p:sldId id="1110" r:id="rId861"/>
    <p:sldId id="1111" r:id="rId862"/>
    <p:sldId id="1112" r:id="rId863"/>
    <p:sldId id="1113" r:id="rId864"/>
    <p:sldId id="1114" r:id="rId865"/>
    <p:sldId id="1115" r:id="rId866"/>
    <p:sldId id="1116" r:id="rId867"/>
    <p:sldId id="1117" r:id="rId868"/>
    <p:sldId id="1118" r:id="rId869"/>
    <p:sldId id="1119" r:id="rId870"/>
    <p:sldId id="1120" r:id="rId871"/>
    <p:sldId id="1121" r:id="rId872"/>
    <p:sldId id="1122" r:id="rId873"/>
    <p:sldId id="1123" r:id="rId874"/>
    <p:sldId id="1124" r:id="rId875"/>
    <p:sldId id="1125" r:id="rId876"/>
    <p:sldId id="1126" r:id="rId877"/>
    <p:sldId id="1127" r:id="rId878"/>
    <p:sldId id="1128" r:id="rId879"/>
    <p:sldId id="1129" r:id="rId880"/>
    <p:sldId id="1130" r:id="rId881"/>
    <p:sldId id="1131" r:id="rId882"/>
    <p:sldId id="1132" r:id="rId883"/>
    <p:sldId id="1133" r:id="rId884"/>
    <p:sldId id="1134" r:id="rId885"/>
    <p:sldId id="1135" r:id="rId886"/>
    <p:sldId id="1136" r:id="rId887"/>
    <p:sldId id="1137" r:id="rId888"/>
    <p:sldId id="1138" r:id="rId889"/>
    <p:sldId id="1139" r:id="rId890"/>
    <p:sldId id="1140" r:id="rId891"/>
    <p:sldId id="1141" r:id="rId892"/>
    <p:sldId id="1142" r:id="rId893"/>
    <p:sldId id="1143" r:id="rId894"/>
    <p:sldId id="1144" r:id="rId895"/>
    <p:sldId id="1145" r:id="rId896"/>
    <p:sldId id="1146" r:id="rId897"/>
    <p:sldId id="1147" r:id="rId898"/>
    <p:sldId id="1148" r:id="rId899"/>
    <p:sldId id="1149" r:id="rId900"/>
    <p:sldId id="1150" r:id="rId901"/>
    <p:sldId id="1151" r:id="rId902"/>
    <p:sldId id="1152" r:id="rId903"/>
    <p:sldId id="1153" r:id="rId904"/>
    <p:sldId id="1154" r:id="rId905"/>
    <p:sldId id="1155" r:id="rId906"/>
    <p:sldId id="1156" r:id="rId907"/>
    <p:sldId id="1157" r:id="rId908"/>
    <p:sldId id="1158" r:id="rId909"/>
    <p:sldId id="1159" r:id="rId910"/>
    <p:sldId id="1160" r:id="rId911"/>
    <p:sldId id="1161" r:id="rId912"/>
    <p:sldId id="1162" r:id="rId913"/>
    <p:sldId id="1163" r:id="rId914"/>
    <p:sldId id="1164" r:id="rId915"/>
    <p:sldId id="1165" r:id="rId916"/>
    <p:sldId id="1166" r:id="rId917"/>
    <p:sldId id="1167" r:id="rId918"/>
    <p:sldId id="1168" r:id="rId919"/>
    <p:sldId id="1169" r:id="rId920"/>
    <p:sldId id="1170" r:id="rId921"/>
    <p:sldId id="1171" r:id="rId922"/>
    <p:sldId id="1172" r:id="rId923"/>
    <p:sldId id="1173" r:id="rId924"/>
    <p:sldId id="1174" r:id="rId925"/>
    <p:sldId id="1175" r:id="rId926"/>
    <p:sldId id="1176" r:id="rId927"/>
    <p:sldId id="1177" r:id="rId928"/>
    <p:sldId id="1178" r:id="rId929"/>
    <p:sldId id="1179" r:id="rId930"/>
    <p:sldId id="1180" r:id="rId931"/>
    <p:sldId id="1181" r:id="rId932"/>
    <p:sldId id="1182" r:id="rId933"/>
    <p:sldId id="1183" r:id="rId934"/>
    <p:sldId id="1184" r:id="rId935"/>
    <p:sldId id="1185" r:id="rId936"/>
    <p:sldId id="1186" r:id="rId937"/>
    <p:sldId id="1187" r:id="rId938"/>
    <p:sldId id="1188" r:id="rId939"/>
    <p:sldId id="1189" r:id="rId940"/>
    <p:sldId id="1190" r:id="rId941"/>
    <p:sldId id="1191" r:id="rId942"/>
    <p:sldId id="1192" r:id="rId943"/>
    <p:sldId id="1193" r:id="rId944"/>
    <p:sldId id="1194" r:id="rId945"/>
    <p:sldId id="1195" r:id="rId946"/>
    <p:sldId id="1196" r:id="rId947"/>
    <p:sldId id="1197" r:id="rId948"/>
    <p:sldId id="1198" r:id="rId949"/>
    <p:sldId id="1199" r:id="rId950"/>
    <p:sldId id="1200" r:id="rId951"/>
    <p:sldId id="1201" r:id="rId952"/>
    <p:sldId id="1202" r:id="rId953"/>
    <p:sldId id="1203" r:id="rId954"/>
    <p:sldId id="1204" r:id="rId955"/>
    <p:sldId id="1205" r:id="rId956"/>
    <p:sldId id="1206" r:id="rId957"/>
    <p:sldId id="1207" r:id="rId958"/>
    <p:sldId id="1208" r:id="rId959"/>
    <p:sldId id="1209" r:id="rId960"/>
    <p:sldId id="1210" r:id="rId961"/>
    <p:sldId id="1211" r:id="rId962"/>
    <p:sldId id="1212" r:id="rId963"/>
    <p:sldId id="1213" r:id="rId964"/>
    <p:sldId id="1214" r:id="rId965"/>
    <p:sldId id="1215" r:id="rId966"/>
    <p:sldId id="1216" r:id="rId967"/>
    <p:sldId id="1217" r:id="rId968"/>
    <p:sldId id="1218" r:id="rId969"/>
    <p:sldId id="1219" r:id="rId970"/>
    <p:sldId id="1220" r:id="rId971"/>
    <p:sldId id="1221" r:id="rId972"/>
    <p:sldId id="1222" r:id="rId973"/>
    <p:sldId id="1223" r:id="rId974"/>
    <p:sldId id="1224" r:id="rId975"/>
    <p:sldId id="1225" r:id="rId976"/>
    <p:sldId id="1226" r:id="rId977"/>
    <p:sldId id="1227" r:id="rId978"/>
    <p:sldId id="1228" r:id="rId979"/>
    <p:sldId id="1229" r:id="rId980"/>
    <p:sldId id="1230" r:id="rId981"/>
    <p:sldId id="1231" r:id="rId982"/>
    <p:sldId id="1232" r:id="rId983"/>
    <p:sldId id="1233" r:id="rId984"/>
    <p:sldId id="1234" r:id="rId985"/>
    <p:sldId id="1235" r:id="rId986"/>
    <p:sldId id="1236" r:id="rId987"/>
    <p:sldId id="1237" r:id="rId988"/>
    <p:sldId id="1238" r:id="rId989"/>
    <p:sldId id="1239" r:id="rId990"/>
    <p:sldId id="1240" r:id="rId991"/>
    <p:sldId id="1241" r:id="rId992"/>
    <p:sldId id="1242" r:id="rId993"/>
    <p:sldId id="1243" r:id="rId994"/>
    <p:sldId id="1244" r:id="rId995"/>
    <p:sldId id="1245" r:id="rId996"/>
    <p:sldId id="1246" r:id="rId997"/>
    <p:sldId id="1247" r:id="rId998"/>
    <p:sldId id="1248" r:id="rId999"/>
    <p:sldId id="1249" r:id="rId1000"/>
    <p:sldId id="1250" r:id="rId1001"/>
    <p:sldId id="1251" r:id="rId1002"/>
    <p:sldId id="1252" r:id="rId1003"/>
    <p:sldId id="1253" r:id="rId1004"/>
    <p:sldId id="1254" r:id="rId1005"/>
    <p:sldId id="1255" r:id="rId1006"/>
    <p:sldId id="1256" r:id="rId1007"/>
    <p:sldId id="1257" r:id="rId1008"/>
    <p:sldId id="1258" r:id="rId1009"/>
    <p:sldId id="1259" r:id="rId1010"/>
    <p:sldId id="1260" r:id="rId1011"/>
    <p:sldId id="1261" r:id="rId1012"/>
    <p:sldId id="1262" r:id="rId1013"/>
    <p:sldId id="1263" r:id="rId1014"/>
    <p:sldId id="1264" r:id="rId1015"/>
    <p:sldId id="1265" r:id="rId1016"/>
    <p:sldId id="1266" r:id="rId1017"/>
    <p:sldId id="1267" r:id="rId1018"/>
    <p:sldId id="1268" r:id="rId1019"/>
    <p:sldId id="1269" r:id="rId1020"/>
    <p:sldId id="1270" r:id="rId1021"/>
    <p:sldId id="1271" r:id="rId1022"/>
    <p:sldId id="1272" r:id="rId1023"/>
    <p:sldId id="1273" r:id="rId1024"/>
    <p:sldId id="1274" r:id="rId1025"/>
    <p:sldId id="1275" r:id="rId1026"/>
    <p:sldId id="1276" r:id="rId1027"/>
    <p:sldId id="1277" r:id="rId1028"/>
    <p:sldId id="1278" r:id="rId1029"/>
    <p:sldId id="1279" r:id="rId1030"/>
    <p:sldId id="1280" r:id="rId1031"/>
    <p:sldId id="1281" r:id="rId1032"/>
    <p:sldId id="1282" r:id="rId1033"/>
    <p:sldId id="1283" r:id="rId1034"/>
    <p:sldId id="1284" r:id="rId1035"/>
    <p:sldId id="1285" r:id="rId1036"/>
    <p:sldId id="1286" r:id="rId1037"/>
    <p:sldId id="1287" r:id="rId1038"/>
    <p:sldId id="1288" r:id="rId1039"/>
    <p:sldId id="1289" r:id="rId1040"/>
    <p:sldId id="1290" r:id="rId1041"/>
    <p:sldId id="1291" r:id="rId1042"/>
    <p:sldId id="1292" r:id="rId1043"/>
    <p:sldId id="1293" r:id="rId1044"/>
    <p:sldId id="1294" r:id="rId1045"/>
    <p:sldId id="1295" r:id="rId1046"/>
    <p:sldId id="1296" r:id="rId1047"/>
    <p:sldId id="1297" r:id="rId1048"/>
    <p:sldId id="1298" r:id="rId1049"/>
    <p:sldId id="1299" r:id="rId1050"/>
    <p:sldId id="1300" r:id="rId1051"/>
    <p:sldId id="1301" r:id="rId1052"/>
    <p:sldId id="1302" r:id="rId1053"/>
    <p:sldId id="1303" r:id="rId1054"/>
    <p:sldId id="1304" r:id="rId1055"/>
    <p:sldId id="1305" r:id="rId1056"/>
    <p:sldId id="1306" r:id="rId1057"/>
    <p:sldId id="1307" r:id="rId1058"/>
    <p:sldId id="1308" r:id="rId1059"/>
    <p:sldId id="1309" r:id="rId1060"/>
    <p:sldId id="1310" r:id="rId1061"/>
    <p:sldId id="1311" r:id="rId1062"/>
    <p:sldId id="1312" r:id="rId1063"/>
    <p:sldId id="1313" r:id="rId1064"/>
    <p:sldId id="1314" r:id="rId1065"/>
    <p:sldId id="1315" r:id="rId1066"/>
    <p:sldId id="1316" r:id="rId1067"/>
    <p:sldId id="1317" r:id="rId1068"/>
    <p:sldId id="1318" r:id="rId1069"/>
    <p:sldId id="1319" r:id="rId1070"/>
    <p:sldId id="1320" r:id="rId1071"/>
    <p:sldId id="1321" r:id="rId1072"/>
    <p:sldId id="1322" r:id="rId1073"/>
    <p:sldId id="1323" r:id="rId1074"/>
    <p:sldId id="1324" r:id="rId1075"/>
    <p:sldId id="1325" r:id="rId1076"/>
    <p:sldId id="1326" r:id="rId1077"/>
    <p:sldId id="1327" r:id="rId1078"/>
    <p:sldId id="1328" r:id="rId1079"/>
    <p:sldId id="1329" r:id="rId1080"/>
    <p:sldId id="1330" r:id="rId1081"/>
    <p:sldId id="1331" r:id="rId1082"/>
    <p:sldId id="1332" r:id="rId1083"/>
    <p:sldId id="1333" r:id="rId1084"/>
    <p:sldId id="1334" r:id="rId1085"/>
    <p:sldId id="1335" r:id="rId1086"/>
    <p:sldId id="1336" r:id="rId1087"/>
    <p:sldId id="1337" r:id="rId1088"/>
    <p:sldId id="1338" r:id="rId1089"/>
    <p:sldId id="1339" r:id="rId1090"/>
    <p:sldId id="1340" r:id="rId1091"/>
    <p:sldId id="1341" r:id="rId1092"/>
    <p:sldId id="1342" r:id="rId1093"/>
    <p:sldId id="1343" r:id="rId1094"/>
    <p:sldId id="1344" r:id="rId1095"/>
    <p:sldId id="1345" r:id="rId1096"/>
    <p:sldId id="1346" r:id="rId1097"/>
    <p:sldId id="1347" r:id="rId1098"/>
    <p:sldId id="1348" r:id="rId1099"/>
    <p:sldId id="1349" r:id="rId1100"/>
    <p:sldId id="1350" r:id="rId1101"/>
    <p:sldId id="1351" r:id="rId1102"/>
    <p:sldId id="1352" r:id="rId1103"/>
    <p:sldId id="1353" r:id="rId1104"/>
    <p:sldId id="1354" r:id="rId1105"/>
    <p:sldId id="1355" r:id="rId1106"/>
    <p:sldId id="1356" r:id="rId1107"/>
    <p:sldId id="1357" r:id="rId1108"/>
    <p:sldId id="1358" r:id="rId1109"/>
    <p:sldId id="1359" r:id="rId1110"/>
    <p:sldId id="1360" r:id="rId1111"/>
    <p:sldId id="1361" r:id="rId1112"/>
    <p:sldId id="1362" r:id="rId1113"/>
    <p:sldId id="1363" r:id="rId1114"/>
    <p:sldId id="1364" r:id="rId1115"/>
    <p:sldId id="1365" r:id="rId1116"/>
    <p:sldId id="1366" r:id="rId1117"/>
    <p:sldId id="1367" r:id="rId1118"/>
    <p:sldId id="1368" r:id="rId1119"/>
    <p:sldId id="1369" r:id="rId1120"/>
    <p:sldId id="1370" r:id="rId1121"/>
    <p:sldId id="1371" r:id="rId1122"/>
    <p:sldId id="1372" r:id="rId1123"/>
    <p:sldId id="1373" r:id="rId1124"/>
    <p:sldId id="1374" r:id="rId1125"/>
    <p:sldId id="1375" r:id="rId1126"/>
    <p:sldId id="1376" r:id="rId1127"/>
    <p:sldId id="1377" r:id="rId1128"/>
    <p:sldId id="1378" r:id="rId1129"/>
    <p:sldId id="1379" r:id="rId1130"/>
    <p:sldId id="1380" r:id="rId1131"/>
    <p:sldId id="1381" r:id="rId1132"/>
    <p:sldId id="1382" r:id="rId1133"/>
    <p:sldId id="1383" r:id="rId1134"/>
    <p:sldId id="1384" r:id="rId1135"/>
    <p:sldId id="1385" r:id="rId1136"/>
    <p:sldId id="1386" r:id="rId1137"/>
    <p:sldId id="1387" r:id="rId1138"/>
    <p:sldId id="1388" r:id="rId1139"/>
    <p:sldId id="1389" r:id="rId1140"/>
    <p:sldId id="1390" r:id="rId1141"/>
    <p:sldId id="1391" r:id="rId1142"/>
    <p:sldId id="1392" r:id="rId1143"/>
    <p:sldId id="1393" r:id="rId1144"/>
    <p:sldId id="1394" r:id="rId1145"/>
    <p:sldId id="1395" r:id="rId1146"/>
    <p:sldId id="1396" r:id="rId1147"/>
    <p:sldId id="1397" r:id="rId1148"/>
    <p:sldId id="1398" r:id="rId1149"/>
    <p:sldId id="1399" r:id="rId1150"/>
    <p:sldId id="1400" r:id="rId1151"/>
    <p:sldId id="1401" r:id="rId1152"/>
    <p:sldId id="1402" r:id="rId1153"/>
    <p:sldId id="1403" r:id="rId1154"/>
    <p:sldId id="1404" r:id="rId1155"/>
    <p:sldId id="1405" r:id="rId1156"/>
    <p:sldId id="1406" r:id="rId1157"/>
    <p:sldId id="1407" r:id="rId1158"/>
    <p:sldId id="1408" r:id="rId1159"/>
    <p:sldId id="1409" r:id="rId1160"/>
    <p:sldId id="1410" r:id="rId1161"/>
    <p:sldId id="1411" r:id="rId1162"/>
    <p:sldId id="1412" r:id="rId1163"/>
    <p:sldId id="1413" r:id="rId1164"/>
    <p:sldId id="1414" r:id="rId1165"/>
    <p:sldId id="1415" r:id="rId1166"/>
    <p:sldId id="1416" r:id="rId1167"/>
    <p:sldId id="1417" r:id="rId1168"/>
    <p:sldId id="1418" r:id="rId1169"/>
    <p:sldId id="1419" r:id="rId1170"/>
    <p:sldId id="1420" r:id="rId1171"/>
    <p:sldId id="1421" r:id="rId1172"/>
    <p:sldId id="1422" r:id="rId1173"/>
    <p:sldId id="1423" r:id="rId1174"/>
    <p:sldId id="1424" r:id="rId1175"/>
    <p:sldId id="1425" r:id="rId1176"/>
    <p:sldId id="1426" r:id="rId1177"/>
    <p:sldId id="1427" r:id="rId1178"/>
    <p:sldId id="1428" r:id="rId1179"/>
    <p:sldId id="1429" r:id="rId1180"/>
    <p:sldId id="1430" r:id="rId1181"/>
    <p:sldId id="1431" r:id="rId1182"/>
    <p:sldId id="1432" r:id="rId1183"/>
    <p:sldId id="1433" r:id="rId1184"/>
    <p:sldId id="1434" r:id="rId1185"/>
    <p:sldId id="1435" r:id="rId1186"/>
    <p:sldId id="1436" r:id="rId1187"/>
    <p:sldId id="1437" r:id="rId1188"/>
    <p:sldId id="1438" r:id="rId1189"/>
    <p:sldId id="1439" r:id="rId1190"/>
    <p:sldId id="1440" r:id="rId1191"/>
    <p:sldId id="1441" r:id="rId1192"/>
    <p:sldId id="1442" r:id="rId1193"/>
    <p:sldId id="1443" r:id="rId1194"/>
    <p:sldId id="1444" r:id="rId1195"/>
    <p:sldId id="1445" r:id="rId1196"/>
    <p:sldId id="1446" r:id="rId1197"/>
    <p:sldId id="1447" r:id="rId1198"/>
    <p:sldId id="1448" r:id="rId1199"/>
    <p:sldId id="1449" r:id="rId1200"/>
    <p:sldId id="1450" r:id="rId1201"/>
    <p:sldId id="1451" r:id="rId1202"/>
    <p:sldId id="1452" r:id="rId1203"/>
    <p:sldId id="1453" r:id="rId1204"/>
    <p:sldId id="1454" r:id="rId1205"/>
    <p:sldId id="1455" r:id="rId1206"/>
    <p:sldId id="1456" r:id="rId1207"/>
    <p:sldId id="1457" r:id="rId1208"/>
    <p:sldId id="1458" r:id="rId1209"/>
    <p:sldId id="1459" r:id="rId1210"/>
    <p:sldId id="1460" r:id="rId1211"/>
    <p:sldId id="1461" r:id="rId1212"/>
    <p:sldId id="1462" r:id="rId1213"/>
    <p:sldId id="1463" r:id="rId1214"/>
    <p:sldId id="1464" r:id="rId1215"/>
    <p:sldId id="1465" r:id="rId1216"/>
    <p:sldId id="1466" r:id="rId1217"/>
    <p:sldId id="1467" r:id="rId1218"/>
    <p:sldId id="1468" r:id="rId1219"/>
    <p:sldId id="1469" r:id="rId1220"/>
    <p:sldId id="1470" r:id="rId1221"/>
    <p:sldId id="1471" r:id="rId1222"/>
    <p:sldId id="1472" r:id="rId1223"/>
    <p:sldId id="1473" r:id="rId1224"/>
    <p:sldId id="1474" r:id="rId1225"/>
    <p:sldId id="1475" r:id="rId1226"/>
    <p:sldId id="1476" r:id="rId1227"/>
    <p:sldId id="1477" r:id="rId1228"/>
    <p:sldId id="1478" r:id="rId1229"/>
    <p:sldId id="1479" r:id="rId1230"/>
    <p:sldId id="1480" r:id="rId1231"/>
    <p:sldId id="1481" r:id="rId1232"/>
    <p:sldId id="1482" r:id="rId1233"/>
    <p:sldId id="1483" r:id="rId1234"/>
    <p:sldId id="1484" r:id="rId1235"/>
    <p:sldId id="1485" r:id="rId1236"/>
    <p:sldId id="1486" r:id="rId1237"/>
    <p:sldId id="1487" r:id="rId1238"/>
    <p:sldId id="1488" r:id="rId1239"/>
    <p:sldId id="1489" r:id="rId1240"/>
    <p:sldId id="1490" r:id="rId1241"/>
    <p:sldId id="1491" r:id="rId1242"/>
    <p:sldId id="1492" r:id="rId1243"/>
    <p:sldId id="1493" r:id="rId1244"/>
    <p:sldId id="1494" r:id="rId1245"/>
    <p:sldId id="1495" r:id="rId1246"/>
    <p:sldId id="1496" r:id="rId1247"/>
    <p:sldId id="1497" r:id="rId1248"/>
    <p:sldId id="1498" r:id="rId1249"/>
    <p:sldId id="1499" r:id="rId1250"/>
    <p:sldId id="1500" r:id="rId1251"/>
    <p:sldId id="1501" r:id="rId1252"/>
    <p:sldId id="1502" r:id="rId1253"/>
    <p:sldId id="1503" r:id="rId1254"/>
    <p:sldId id="1504" r:id="rId1255"/>
    <p:sldId id="1505" r:id="rId1256"/>
    <p:sldId id="1506" r:id="rId1257"/>
    <p:sldId id="1507" r:id="rId1258"/>
    <p:sldId id="1508" r:id="rId1259"/>
    <p:sldId id="1509" r:id="rId1260"/>
    <p:sldId id="1510" r:id="rId1261"/>
    <p:sldId id="1511" r:id="rId1262"/>
    <p:sldId id="1512" r:id="rId1263"/>
    <p:sldId id="1513" r:id="rId1264"/>
    <p:sldId id="1514" r:id="rId1265"/>
    <p:sldId id="1515" r:id="rId1266"/>
    <p:sldId id="1516" r:id="rId1267"/>
    <p:sldId id="1517" r:id="rId1268"/>
    <p:sldId id="1518" r:id="rId1269"/>
    <p:sldId id="1519" r:id="rId1270"/>
    <p:sldId id="1520" r:id="rId1271"/>
    <p:sldId id="1521" r:id="rId1272"/>
    <p:sldId id="1522" r:id="rId1273"/>
    <p:sldId id="1523" r:id="rId1274"/>
    <p:sldId id="1524" r:id="rId1275"/>
    <p:sldId id="1525" r:id="rId1276"/>
    <p:sldId id="1526" r:id="rId1277"/>
    <p:sldId id="1527" r:id="rId1278"/>
    <p:sldId id="1528" r:id="rId1279"/>
    <p:sldId id="1529" r:id="rId1280"/>
    <p:sldId id="1530" r:id="rId1281"/>
    <p:sldId id="1531" r:id="rId1282"/>
    <p:sldId id="1532" r:id="rId1283"/>
    <p:sldId id="1533" r:id="rId1284"/>
    <p:sldId id="1534" r:id="rId1285"/>
    <p:sldId id="1535" r:id="rId1286"/>
    <p:sldId id="1536" r:id="rId1287"/>
    <p:sldId id="1537" r:id="rId1288"/>
    <p:sldId id="1538" r:id="rId1289"/>
    <p:sldId id="1539" r:id="rId1290"/>
    <p:sldId id="1540" r:id="rId1291"/>
    <p:sldId id="1541" r:id="rId1292"/>
    <p:sldId id="1542" r:id="rId1293"/>
    <p:sldId id="1543" r:id="rId1294"/>
    <p:sldId id="1544" r:id="rId1295"/>
    <p:sldId id="1545" r:id="rId1296"/>
    <p:sldId id="1546" r:id="rId1297"/>
    <p:sldId id="1547" r:id="rId1298"/>
    <p:sldId id="1548" r:id="rId1299"/>
    <p:sldId id="1549" r:id="rId1300"/>
    <p:sldId id="1550" r:id="rId1301"/>
    <p:sldId id="1551" r:id="rId1302"/>
    <p:sldId id="1552" r:id="rId1303"/>
    <p:sldId id="1553" r:id="rId1304"/>
    <p:sldId id="1554" r:id="rId1305"/>
    <p:sldId id="1555" r:id="rId130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0" Type="http://schemas.openxmlformats.org/officeDocument/2006/relationships/slide" Target="slides/slide404.xml"/><Relationship Id="rId411" Type="http://schemas.openxmlformats.org/officeDocument/2006/relationships/slide" Target="slides/slide405.xml"/><Relationship Id="rId412" Type="http://schemas.openxmlformats.org/officeDocument/2006/relationships/slide" Target="slides/slide406.xml"/><Relationship Id="rId413" Type="http://schemas.openxmlformats.org/officeDocument/2006/relationships/slide" Target="slides/slide407.xml"/><Relationship Id="rId414" Type="http://schemas.openxmlformats.org/officeDocument/2006/relationships/slide" Target="slides/slide408.xml"/><Relationship Id="rId415" Type="http://schemas.openxmlformats.org/officeDocument/2006/relationships/slide" Target="slides/slide409.xml"/><Relationship Id="rId416" Type="http://schemas.openxmlformats.org/officeDocument/2006/relationships/slide" Target="slides/slide410.xml"/><Relationship Id="rId417" Type="http://schemas.openxmlformats.org/officeDocument/2006/relationships/slide" Target="slides/slide411.xml"/><Relationship Id="rId418" Type="http://schemas.openxmlformats.org/officeDocument/2006/relationships/slide" Target="slides/slide412.xml"/><Relationship Id="rId419" Type="http://schemas.openxmlformats.org/officeDocument/2006/relationships/slide" Target="slides/slide413.xml"/><Relationship Id="rId420" Type="http://schemas.openxmlformats.org/officeDocument/2006/relationships/slide" Target="slides/slide414.xml"/><Relationship Id="rId421" Type="http://schemas.openxmlformats.org/officeDocument/2006/relationships/slide" Target="slides/slide415.xml"/><Relationship Id="rId422" Type="http://schemas.openxmlformats.org/officeDocument/2006/relationships/slide" Target="slides/slide416.xml"/><Relationship Id="rId423" Type="http://schemas.openxmlformats.org/officeDocument/2006/relationships/slide" Target="slides/slide417.xml"/><Relationship Id="rId424" Type="http://schemas.openxmlformats.org/officeDocument/2006/relationships/slide" Target="slides/slide418.xml"/><Relationship Id="rId425" Type="http://schemas.openxmlformats.org/officeDocument/2006/relationships/slide" Target="slides/slide419.xml"/><Relationship Id="rId426" Type="http://schemas.openxmlformats.org/officeDocument/2006/relationships/slide" Target="slides/slide420.xml"/><Relationship Id="rId427" Type="http://schemas.openxmlformats.org/officeDocument/2006/relationships/slide" Target="slides/slide421.xml"/><Relationship Id="rId428" Type="http://schemas.openxmlformats.org/officeDocument/2006/relationships/slide" Target="slides/slide422.xml"/><Relationship Id="rId429" Type="http://schemas.openxmlformats.org/officeDocument/2006/relationships/slide" Target="slides/slide423.xml"/><Relationship Id="rId430" Type="http://schemas.openxmlformats.org/officeDocument/2006/relationships/slide" Target="slides/slide424.xml"/><Relationship Id="rId431" Type="http://schemas.openxmlformats.org/officeDocument/2006/relationships/slide" Target="slides/slide425.xml"/><Relationship Id="rId432" Type="http://schemas.openxmlformats.org/officeDocument/2006/relationships/slide" Target="slides/slide426.xml"/><Relationship Id="rId433" Type="http://schemas.openxmlformats.org/officeDocument/2006/relationships/slide" Target="slides/slide427.xml"/><Relationship Id="rId434" Type="http://schemas.openxmlformats.org/officeDocument/2006/relationships/slide" Target="slides/slide428.xml"/><Relationship Id="rId435" Type="http://schemas.openxmlformats.org/officeDocument/2006/relationships/slide" Target="slides/slide429.xml"/><Relationship Id="rId436" Type="http://schemas.openxmlformats.org/officeDocument/2006/relationships/slide" Target="slides/slide430.xml"/><Relationship Id="rId437" Type="http://schemas.openxmlformats.org/officeDocument/2006/relationships/slide" Target="slides/slide431.xml"/><Relationship Id="rId438" Type="http://schemas.openxmlformats.org/officeDocument/2006/relationships/slide" Target="slides/slide432.xml"/><Relationship Id="rId439" Type="http://schemas.openxmlformats.org/officeDocument/2006/relationships/slide" Target="slides/slide433.xml"/><Relationship Id="rId440" Type="http://schemas.openxmlformats.org/officeDocument/2006/relationships/slide" Target="slides/slide434.xml"/><Relationship Id="rId441" Type="http://schemas.openxmlformats.org/officeDocument/2006/relationships/slide" Target="slides/slide435.xml"/><Relationship Id="rId442" Type="http://schemas.openxmlformats.org/officeDocument/2006/relationships/slide" Target="slides/slide436.xml"/><Relationship Id="rId443" Type="http://schemas.openxmlformats.org/officeDocument/2006/relationships/slide" Target="slides/slide437.xml"/><Relationship Id="rId444" Type="http://schemas.openxmlformats.org/officeDocument/2006/relationships/slide" Target="slides/slide438.xml"/><Relationship Id="rId445" Type="http://schemas.openxmlformats.org/officeDocument/2006/relationships/slide" Target="slides/slide439.xml"/><Relationship Id="rId446" Type="http://schemas.openxmlformats.org/officeDocument/2006/relationships/slide" Target="slides/slide440.xml"/><Relationship Id="rId447" Type="http://schemas.openxmlformats.org/officeDocument/2006/relationships/slide" Target="slides/slide441.xml"/><Relationship Id="rId448" Type="http://schemas.openxmlformats.org/officeDocument/2006/relationships/slide" Target="slides/slide442.xml"/><Relationship Id="rId449" Type="http://schemas.openxmlformats.org/officeDocument/2006/relationships/slide" Target="slides/slide443.xml"/><Relationship Id="rId450" Type="http://schemas.openxmlformats.org/officeDocument/2006/relationships/slide" Target="slides/slide444.xml"/><Relationship Id="rId451" Type="http://schemas.openxmlformats.org/officeDocument/2006/relationships/slide" Target="slides/slide445.xml"/><Relationship Id="rId452" Type="http://schemas.openxmlformats.org/officeDocument/2006/relationships/slide" Target="slides/slide446.xml"/><Relationship Id="rId453" Type="http://schemas.openxmlformats.org/officeDocument/2006/relationships/slide" Target="slides/slide447.xml"/><Relationship Id="rId454" Type="http://schemas.openxmlformats.org/officeDocument/2006/relationships/slide" Target="slides/slide448.xml"/><Relationship Id="rId455" Type="http://schemas.openxmlformats.org/officeDocument/2006/relationships/slide" Target="slides/slide449.xml"/><Relationship Id="rId456" Type="http://schemas.openxmlformats.org/officeDocument/2006/relationships/slide" Target="slides/slide450.xml"/><Relationship Id="rId457" Type="http://schemas.openxmlformats.org/officeDocument/2006/relationships/slide" Target="slides/slide451.xml"/><Relationship Id="rId458" Type="http://schemas.openxmlformats.org/officeDocument/2006/relationships/slide" Target="slides/slide452.xml"/><Relationship Id="rId459" Type="http://schemas.openxmlformats.org/officeDocument/2006/relationships/slide" Target="slides/slide453.xml"/><Relationship Id="rId460" Type="http://schemas.openxmlformats.org/officeDocument/2006/relationships/slide" Target="slides/slide454.xml"/><Relationship Id="rId461" Type="http://schemas.openxmlformats.org/officeDocument/2006/relationships/slide" Target="slides/slide455.xml"/><Relationship Id="rId462" Type="http://schemas.openxmlformats.org/officeDocument/2006/relationships/slide" Target="slides/slide456.xml"/><Relationship Id="rId463" Type="http://schemas.openxmlformats.org/officeDocument/2006/relationships/slide" Target="slides/slide457.xml"/><Relationship Id="rId464" Type="http://schemas.openxmlformats.org/officeDocument/2006/relationships/slide" Target="slides/slide458.xml"/><Relationship Id="rId465" Type="http://schemas.openxmlformats.org/officeDocument/2006/relationships/slide" Target="slides/slide459.xml"/><Relationship Id="rId466" Type="http://schemas.openxmlformats.org/officeDocument/2006/relationships/slide" Target="slides/slide460.xml"/><Relationship Id="rId467" Type="http://schemas.openxmlformats.org/officeDocument/2006/relationships/slide" Target="slides/slide461.xml"/><Relationship Id="rId468" Type="http://schemas.openxmlformats.org/officeDocument/2006/relationships/slide" Target="slides/slide462.xml"/><Relationship Id="rId469" Type="http://schemas.openxmlformats.org/officeDocument/2006/relationships/slide" Target="slides/slide463.xml"/><Relationship Id="rId470" Type="http://schemas.openxmlformats.org/officeDocument/2006/relationships/slide" Target="slides/slide464.xml"/><Relationship Id="rId471" Type="http://schemas.openxmlformats.org/officeDocument/2006/relationships/slide" Target="slides/slide465.xml"/><Relationship Id="rId472" Type="http://schemas.openxmlformats.org/officeDocument/2006/relationships/slide" Target="slides/slide466.xml"/><Relationship Id="rId473" Type="http://schemas.openxmlformats.org/officeDocument/2006/relationships/slide" Target="slides/slide467.xml"/><Relationship Id="rId474" Type="http://schemas.openxmlformats.org/officeDocument/2006/relationships/slide" Target="slides/slide468.xml"/><Relationship Id="rId475" Type="http://schemas.openxmlformats.org/officeDocument/2006/relationships/slide" Target="slides/slide469.xml"/><Relationship Id="rId476" Type="http://schemas.openxmlformats.org/officeDocument/2006/relationships/slide" Target="slides/slide470.xml"/><Relationship Id="rId477" Type="http://schemas.openxmlformats.org/officeDocument/2006/relationships/slide" Target="slides/slide471.xml"/><Relationship Id="rId478" Type="http://schemas.openxmlformats.org/officeDocument/2006/relationships/slide" Target="slides/slide472.xml"/><Relationship Id="rId479" Type="http://schemas.openxmlformats.org/officeDocument/2006/relationships/slide" Target="slides/slide473.xml"/><Relationship Id="rId480" Type="http://schemas.openxmlformats.org/officeDocument/2006/relationships/slide" Target="slides/slide474.xml"/><Relationship Id="rId481" Type="http://schemas.openxmlformats.org/officeDocument/2006/relationships/slide" Target="slides/slide475.xml"/><Relationship Id="rId482" Type="http://schemas.openxmlformats.org/officeDocument/2006/relationships/slide" Target="slides/slide476.xml"/><Relationship Id="rId483" Type="http://schemas.openxmlformats.org/officeDocument/2006/relationships/slide" Target="slides/slide477.xml"/><Relationship Id="rId484" Type="http://schemas.openxmlformats.org/officeDocument/2006/relationships/slide" Target="slides/slide478.xml"/><Relationship Id="rId485" Type="http://schemas.openxmlformats.org/officeDocument/2006/relationships/slide" Target="slides/slide479.xml"/><Relationship Id="rId486" Type="http://schemas.openxmlformats.org/officeDocument/2006/relationships/slide" Target="slides/slide480.xml"/><Relationship Id="rId487" Type="http://schemas.openxmlformats.org/officeDocument/2006/relationships/slide" Target="slides/slide481.xml"/><Relationship Id="rId488" Type="http://schemas.openxmlformats.org/officeDocument/2006/relationships/slide" Target="slides/slide482.xml"/><Relationship Id="rId489" Type="http://schemas.openxmlformats.org/officeDocument/2006/relationships/slide" Target="slides/slide483.xml"/><Relationship Id="rId490" Type="http://schemas.openxmlformats.org/officeDocument/2006/relationships/slide" Target="slides/slide484.xml"/><Relationship Id="rId491" Type="http://schemas.openxmlformats.org/officeDocument/2006/relationships/slide" Target="slides/slide485.xml"/><Relationship Id="rId492" Type="http://schemas.openxmlformats.org/officeDocument/2006/relationships/slide" Target="slides/slide486.xml"/><Relationship Id="rId493" Type="http://schemas.openxmlformats.org/officeDocument/2006/relationships/slide" Target="slides/slide487.xml"/><Relationship Id="rId494" Type="http://schemas.openxmlformats.org/officeDocument/2006/relationships/slide" Target="slides/slide488.xml"/><Relationship Id="rId495" Type="http://schemas.openxmlformats.org/officeDocument/2006/relationships/slide" Target="slides/slide489.xml"/><Relationship Id="rId496" Type="http://schemas.openxmlformats.org/officeDocument/2006/relationships/slide" Target="slides/slide490.xml"/><Relationship Id="rId497" Type="http://schemas.openxmlformats.org/officeDocument/2006/relationships/slide" Target="slides/slide491.xml"/><Relationship Id="rId498" Type="http://schemas.openxmlformats.org/officeDocument/2006/relationships/slide" Target="slides/slide492.xml"/><Relationship Id="rId499" Type="http://schemas.openxmlformats.org/officeDocument/2006/relationships/slide" Target="slides/slide493.xml"/><Relationship Id="rId500" Type="http://schemas.openxmlformats.org/officeDocument/2006/relationships/slide" Target="slides/slide494.xml"/><Relationship Id="rId501" Type="http://schemas.openxmlformats.org/officeDocument/2006/relationships/slide" Target="slides/slide495.xml"/><Relationship Id="rId502" Type="http://schemas.openxmlformats.org/officeDocument/2006/relationships/slide" Target="slides/slide496.xml"/><Relationship Id="rId503" Type="http://schemas.openxmlformats.org/officeDocument/2006/relationships/slide" Target="slides/slide497.xml"/><Relationship Id="rId504" Type="http://schemas.openxmlformats.org/officeDocument/2006/relationships/slide" Target="slides/slide498.xml"/><Relationship Id="rId505" Type="http://schemas.openxmlformats.org/officeDocument/2006/relationships/slide" Target="slides/slide499.xml"/><Relationship Id="rId506" Type="http://schemas.openxmlformats.org/officeDocument/2006/relationships/slide" Target="slides/slide500.xml"/><Relationship Id="rId507" Type="http://schemas.openxmlformats.org/officeDocument/2006/relationships/slide" Target="slides/slide501.xml"/><Relationship Id="rId508" Type="http://schemas.openxmlformats.org/officeDocument/2006/relationships/slide" Target="slides/slide502.xml"/><Relationship Id="rId509" Type="http://schemas.openxmlformats.org/officeDocument/2006/relationships/slide" Target="slides/slide503.xml"/><Relationship Id="rId510" Type="http://schemas.openxmlformats.org/officeDocument/2006/relationships/slide" Target="slides/slide504.xml"/><Relationship Id="rId511" Type="http://schemas.openxmlformats.org/officeDocument/2006/relationships/slide" Target="slides/slide505.xml"/><Relationship Id="rId512" Type="http://schemas.openxmlformats.org/officeDocument/2006/relationships/slide" Target="slides/slide506.xml"/><Relationship Id="rId513" Type="http://schemas.openxmlformats.org/officeDocument/2006/relationships/slide" Target="slides/slide507.xml"/><Relationship Id="rId514" Type="http://schemas.openxmlformats.org/officeDocument/2006/relationships/slide" Target="slides/slide508.xml"/><Relationship Id="rId515" Type="http://schemas.openxmlformats.org/officeDocument/2006/relationships/slide" Target="slides/slide509.xml"/><Relationship Id="rId516" Type="http://schemas.openxmlformats.org/officeDocument/2006/relationships/slide" Target="slides/slide510.xml"/><Relationship Id="rId517" Type="http://schemas.openxmlformats.org/officeDocument/2006/relationships/slide" Target="slides/slide511.xml"/><Relationship Id="rId518" Type="http://schemas.openxmlformats.org/officeDocument/2006/relationships/slide" Target="slides/slide512.xml"/><Relationship Id="rId519" Type="http://schemas.openxmlformats.org/officeDocument/2006/relationships/slide" Target="slides/slide513.xml"/><Relationship Id="rId520" Type="http://schemas.openxmlformats.org/officeDocument/2006/relationships/slide" Target="slides/slide514.xml"/><Relationship Id="rId521" Type="http://schemas.openxmlformats.org/officeDocument/2006/relationships/slide" Target="slides/slide515.xml"/><Relationship Id="rId522" Type="http://schemas.openxmlformats.org/officeDocument/2006/relationships/slide" Target="slides/slide516.xml"/><Relationship Id="rId523" Type="http://schemas.openxmlformats.org/officeDocument/2006/relationships/slide" Target="slides/slide517.xml"/><Relationship Id="rId524" Type="http://schemas.openxmlformats.org/officeDocument/2006/relationships/slide" Target="slides/slide518.xml"/><Relationship Id="rId525" Type="http://schemas.openxmlformats.org/officeDocument/2006/relationships/slide" Target="slides/slide519.xml"/><Relationship Id="rId526" Type="http://schemas.openxmlformats.org/officeDocument/2006/relationships/slide" Target="slides/slide520.xml"/><Relationship Id="rId527" Type="http://schemas.openxmlformats.org/officeDocument/2006/relationships/slide" Target="slides/slide521.xml"/><Relationship Id="rId528" Type="http://schemas.openxmlformats.org/officeDocument/2006/relationships/slide" Target="slides/slide522.xml"/><Relationship Id="rId529" Type="http://schemas.openxmlformats.org/officeDocument/2006/relationships/slide" Target="slides/slide523.xml"/><Relationship Id="rId530" Type="http://schemas.openxmlformats.org/officeDocument/2006/relationships/slide" Target="slides/slide524.xml"/><Relationship Id="rId531" Type="http://schemas.openxmlformats.org/officeDocument/2006/relationships/slide" Target="slides/slide525.xml"/><Relationship Id="rId532" Type="http://schemas.openxmlformats.org/officeDocument/2006/relationships/slide" Target="slides/slide526.xml"/><Relationship Id="rId533" Type="http://schemas.openxmlformats.org/officeDocument/2006/relationships/slide" Target="slides/slide527.xml"/><Relationship Id="rId534" Type="http://schemas.openxmlformats.org/officeDocument/2006/relationships/slide" Target="slides/slide528.xml"/><Relationship Id="rId535" Type="http://schemas.openxmlformats.org/officeDocument/2006/relationships/slide" Target="slides/slide529.xml"/><Relationship Id="rId536" Type="http://schemas.openxmlformats.org/officeDocument/2006/relationships/slide" Target="slides/slide530.xml"/><Relationship Id="rId537" Type="http://schemas.openxmlformats.org/officeDocument/2006/relationships/slide" Target="slides/slide531.xml"/><Relationship Id="rId538" Type="http://schemas.openxmlformats.org/officeDocument/2006/relationships/slide" Target="slides/slide532.xml"/><Relationship Id="rId539" Type="http://schemas.openxmlformats.org/officeDocument/2006/relationships/slide" Target="slides/slide533.xml"/><Relationship Id="rId540" Type="http://schemas.openxmlformats.org/officeDocument/2006/relationships/slide" Target="slides/slide534.xml"/><Relationship Id="rId541" Type="http://schemas.openxmlformats.org/officeDocument/2006/relationships/slide" Target="slides/slide535.xml"/><Relationship Id="rId542" Type="http://schemas.openxmlformats.org/officeDocument/2006/relationships/slide" Target="slides/slide536.xml"/><Relationship Id="rId543" Type="http://schemas.openxmlformats.org/officeDocument/2006/relationships/slide" Target="slides/slide537.xml"/><Relationship Id="rId544" Type="http://schemas.openxmlformats.org/officeDocument/2006/relationships/slide" Target="slides/slide538.xml"/><Relationship Id="rId545" Type="http://schemas.openxmlformats.org/officeDocument/2006/relationships/slide" Target="slides/slide539.xml"/><Relationship Id="rId546" Type="http://schemas.openxmlformats.org/officeDocument/2006/relationships/slide" Target="slides/slide540.xml"/><Relationship Id="rId547" Type="http://schemas.openxmlformats.org/officeDocument/2006/relationships/slide" Target="slides/slide541.xml"/><Relationship Id="rId548" Type="http://schemas.openxmlformats.org/officeDocument/2006/relationships/slide" Target="slides/slide542.xml"/><Relationship Id="rId549" Type="http://schemas.openxmlformats.org/officeDocument/2006/relationships/slide" Target="slides/slide543.xml"/><Relationship Id="rId550" Type="http://schemas.openxmlformats.org/officeDocument/2006/relationships/slide" Target="slides/slide544.xml"/><Relationship Id="rId551" Type="http://schemas.openxmlformats.org/officeDocument/2006/relationships/slide" Target="slides/slide545.xml"/><Relationship Id="rId552" Type="http://schemas.openxmlformats.org/officeDocument/2006/relationships/slide" Target="slides/slide546.xml"/><Relationship Id="rId553" Type="http://schemas.openxmlformats.org/officeDocument/2006/relationships/slide" Target="slides/slide547.xml"/><Relationship Id="rId554" Type="http://schemas.openxmlformats.org/officeDocument/2006/relationships/slide" Target="slides/slide548.xml"/><Relationship Id="rId555" Type="http://schemas.openxmlformats.org/officeDocument/2006/relationships/slide" Target="slides/slide549.xml"/><Relationship Id="rId556" Type="http://schemas.openxmlformats.org/officeDocument/2006/relationships/slide" Target="slides/slide550.xml"/><Relationship Id="rId557" Type="http://schemas.openxmlformats.org/officeDocument/2006/relationships/slide" Target="slides/slide551.xml"/><Relationship Id="rId558" Type="http://schemas.openxmlformats.org/officeDocument/2006/relationships/slide" Target="slides/slide552.xml"/><Relationship Id="rId559" Type="http://schemas.openxmlformats.org/officeDocument/2006/relationships/slide" Target="slides/slide553.xml"/><Relationship Id="rId560" Type="http://schemas.openxmlformats.org/officeDocument/2006/relationships/slide" Target="slides/slide554.xml"/><Relationship Id="rId561" Type="http://schemas.openxmlformats.org/officeDocument/2006/relationships/slide" Target="slides/slide555.xml"/><Relationship Id="rId562" Type="http://schemas.openxmlformats.org/officeDocument/2006/relationships/slide" Target="slides/slide556.xml"/><Relationship Id="rId563" Type="http://schemas.openxmlformats.org/officeDocument/2006/relationships/slide" Target="slides/slide557.xml"/><Relationship Id="rId564" Type="http://schemas.openxmlformats.org/officeDocument/2006/relationships/slide" Target="slides/slide558.xml"/><Relationship Id="rId565" Type="http://schemas.openxmlformats.org/officeDocument/2006/relationships/slide" Target="slides/slide559.xml"/><Relationship Id="rId566" Type="http://schemas.openxmlformats.org/officeDocument/2006/relationships/slide" Target="slides/slide560.xml"/><Relationship Id="rId567" Type="http://schemas.openxmlformats.org/officeDocument/2006/relationships/slide" Target="slides/slide561.xml"/><Relationship Id="rId568" Type="http://schemas.openxmlformats.org/officeDocument/2006/relationships/slide" Target="slides/slide562.xml"/><Relationship Id="rId569" Type="http://schemas.openxmlformats.org/officeDocument/2006/relationships/slide" Target="slides/slide563.xml"/><Relationship Id="rId570" Type="http://schemas.openxmlformats.org/officeDocument/2006/relationships/slide" Target="slides/slide564.xml"/><Relationship Id="rId571" Type="http://schemas.openxmlformats.org/officeDocument/2006/relationships/slide" Target="slides/slide565.xml"/><Relationship Id="rId572" Type="http://schemas.openxmlformats.org/officeDocument/2006/relationships/slide" Target="slides/slide566.xml"/><Relationship Id="rId573" Type="http://schemas.openxmlformats.org/officeDocument/2006/relationships/slide" Target="slides/slide567.xml"/><Relationship Id="rId574" Type="http://schemas.openxmlformats.org/officeDocument/2006/relationships/slide" Target="slides/slide568.xml"/><Relationship Id="rId575" Type="http://schemas.openxmlformats.org/officeDocument/2006/relationships/slide" Target="slides/slide569.xml"/><Relationship Id="rId576" Type="http://schemas.openxmlformats.org/officeDocument/2006/relationships/slide" Target="slides/slide570.xml"/><Relationship Id="rId577" Type="http://schemas.openxmlformats.org/officeDocument/2006/relationships/slide" Target="slides/slide571.xml"/><Relationship Id="rId578" Type="http://schemas.openxmlformats.org/officeDocument/2006/relationships/slide" Target="slides/slide572.xml"/><Relationship Id="rId579" Type="http://schemas.openxmlformats.org/officeDocument/2006/relationships/slide" Target="slides/slide573.xml"/><Relationship Id="rId580" Type="http://schemas.openxmlformats.org/officeDocument/2006/relationships/slide" Target="slides/slide574.xml"/><Relationship Id="rId581" Type="http://schemas.openxmlformats.org/officeDocument/2006/relationships/slide" Target="slides/slide575.xml"/><Relationship Id="rId582" Type="http://schemas.openxmlformats.org/officeDocument/2006/relationships/slide" Target="slides/slide576.xml"/><Relationship Id="rId583" Type="http://schemas.openxmlformats.org/officeDocument/2006/relationships/slide" Target="slides/slide577.xml"/><Relationship Id="rId584" Type="http://schemas.openxmlformats.org/officeDocument/2006/relationships/slide" Target="slides/slide578.xml"/><Relationship Id="rId585" Type="http://schemas.openxmlformats.org/officeDocument/2006/relationships/slide" Target="slides/slide579.xml"/><Relationship Id="rId586" Type="http://schemas.openxmlformats.org/officeDocument/2006/relationships/slide" Target="slides/slide580.xml"/><Relationship Id="rId587" Type="http://schemas.openxmlformats.org/officeDocument/2006/relationships/slide" Target="slides/slide581.xml"/><Relationship Id="rId588" Type="http://schemas.openxmlformats.org/officeDocument/2006/relationships/slide" Target="slides/slide582.xml"/><Relationship Id="rId589" Type="http://schemas.openxmlformats.org/officeDocument/2006/relationships/slide" Target="slides/slide583.xml"/><Relationship Id="rId590" Type="http://schemas.openxmlformats.org/officeDocument/2006/relationships/slide" Target="slides/slide584.xml"/><Relationship Id="rId591" Type="http://schemas.openxmlformats.org/officeDocument/2006/relationships/slide" Target="slides/slide585.xml"/><Relationship Id="rId592" Type="http://schemas.openxmlformats.org/officeDocument/2006/relationships/slide" Target="slides/slide586.xml"/><Relationship Id="rId593" Type="http://schemas.openxmlformats.org/officeDocument/2006/relationships/slide" Target="slides/slide587.xml"/><Relationship Id="rId594" Type="http://schemas.openxmlformats.org/officeDocument/2006/relationships/slide" Target="slides/slide588.xml"/><Relationship Id="rId595" Type="http://schemas.openxmlformats.org/officeDocument/2006/relationships/slide" Target="slides/slide589.xml"/><Relationship Id="rId596" Type="http://schemas.openxmlformats.org/officeDocument/2006/relationships/slide" Target="slides/slide590.xml"/><Relationship Id="rId597" Type="http://schemas.openxmlformats.org/officeDocument/2006/relationships/slide" Target="slides/slide591.xml"/><Relationship Id="rId598" Type="http://schemas.openxmlformats.org/officeDocument/2006/relationships/slide" Target="slides/slide592.xml"/><Relationship Id="rId599" Type="http://schemas.openxmlformats.org/officeDocument/2006/relationships/slide" Target="slides/slide593.xml"/><Relationship Id="rId600" Type="http://schemas.openxmlformats.org/officeDocument/2006/relationships/slide" Target="slides/slide594.xml"/><Relationship Id="rId601" Type="http://schemas.openxmlformats.org/officeDocument/2006/relationships/slide" Target="slides/slide595.xml"/><Relationship Id="rId602" Type="http://schemas.openxmlformats.org/officeDocument/2006/relationships/slide" Target="slides/slide596.xml"/><Relationship Id="rId603" Type="http://schemas.openxmlformats.org/officeDocument/2006/relationships/slide" Target="slides/slide597.xml"/><Relationship Id="rId604" Type="http://schemas.openxmlformats.org/officeDocument/2006/relationships/slide" Target="slides/slide598.xml"/><Relationship Id="rId605" Type="http://schemas.openxmlformats.org/officeDocument/2006/relationships/slide" Target="slides/slide599.xml"/><Relationship Id="rId606" Type="http://schemas.openxmlformats.org/officeDocument/2006/relationships/slide" Target="slides/slide600.xml"/><Relationship Id="rId607" Type="http://schemas.openxmlformats.org/officeDocument/2006/relationships/slide" Target="slides/slide601.xml"/><Relationship Id="rId608" Type="http://schemas.openxmlformats.org/officeDocument/2006/relationships/slide" Target="slides/slide602.xml"/><Relationship Id="rId609" Type="http://schemas.openxmlformats.org/officeDocument/2006/relationships/slide" Target="slides/slide603.xml"/><Relationship Id="rId610" Type="http://schemas.openxmlformats.org/officeDocument/2006/relationships/slide" Target="slides/slide604.xml"/><Relationship Id="rId611" Type="http://schemas.openxmlformats.org/officeDocument/2006/relationships/slide" Target="slides/slide605.xml"/><Relationship Id="rId612" Type="http://schemas.openxmlformats.org/officeDocument/2006/relationships/slide" Target="slides/slide606.xml"/><Relationship Id="rId613" Type="http://schemas.openxmlformats.org/officeDocument/2006/relationships/slide" Target="slides/slide607.xml"/><Relationship Id="rId614" Type="http://schemas.openxmlformats.org/officeDocument/2006/relationships/slide" Target="slides/slide608.xml"/><Relationship Id="rId615" Type="http://schemas.openxmlformats.org/officeDocument/2006/relationships/slide" Target="slides/slide609.xml"/><Relationship Id="rId616" Type="http://schemas.openxmlformats.org/officeDocument/2006/relationships/slide" Target="slides/slide610.xml"/><Relationship Id="rId617" Type="http://schemas.openxmlformats.org/officeDocument/2006/relationships/slide" Target="slides/slide611.xml"/><Relationship Id="rId618" Type="http://schemas.openxmlformats.org/officeDocument/2006/relationships/slide" Target="slides/slide612.xml"/><Relationship Id="rId619" Type="http://schemas.openxmlformats.org/officeDocument/2006/relationships/slide" Target="slides/slide613.xml"/><Relationship Id="rId620" Type="http://schemas.openxmlformats.org/officeDocument/2006/relationships/slide" Target="slides/slide614.xml"/><Relationship Id="rId621" Type="http://schemas.openxmlformats.org/officeDocument/2006/relationships/slide" Target="slides/slide615.xml"/><Relationship Id="rId622" Type="http://schemas.openxmlformats.org/officeDocument/2006/relationships/slide" Target="slides/slide616.xml"/><Relationship Id="rId623" Type="http://schemas.openxmlformats.org/officeDocument/2006/relationships/slide" Target="slides/slide617.xml"/><Relationship Id="rId624" Type="http://schemas.openxmlformats.org/officeDocument/2006/relationships/slide" Target="slides/slide618.xml"/><Relationship Id="rId625" Type="http://schemas.openxmlformats.org/officeDocument/2006/relationships/slide" Target="slides/slide619.xml"/><Relationship Id="rId626" Type="http://schemas.openxmlformats.org/officeDocument/2006/relationships/slide" Target="slides/slide620.xml"/><Relationship Id="rId627" Type="http://schemas.openxmlformats.org/officeDocument/2006/relationships/slide" Target="slides/slide621.xml"/><Relationship Id="rId628" Type="http://schemas.openxmlformats.org/officeDocument/2006/relationships/slide" Target="slides/slide622.xml"/><Relationship Id="rId629" Type="http://schemas.openxmlformats.org/officeDocument/2006/relationships/slide" Target="slides/slide623.xml"/><Relationship Id="rId630" Type="http://schemas.openxmlformats.org/officeDocument/2006/relationships/slide" Target="slides/slide624.xml"/><Relationship Id="rId631" Type="http://schemas.openxmlformats.org/officeDocument/2006/relationships/slide" Target="slides/slide625.xml"/><Relationship Id="rId632" Type="http://schemas.openxmlformats.org/officeDocument/2006/relationships/slide" Target="slides/slide626.xml"/><Relationship Id="rId633" Type="http://schemas.openxmlformats.org/officeDocument/2006/relationships/slide" Target="slides/slide627.xml"/><Relationship Id="rId634" Type="http://schemas.openxmlformats.org/officeDocument/2006/relationships/slide" Target="slides/slide628.xml"/><Relationship Id="rId635" Type="http://schemas.openxmlformats.org/officeDocument/2006/relationships/slide" Target="slides/slide629.xml"/><Relationship Id="rId636" Type="http://schemas.openxmlformats.org/officeDocument/2006/relationships/slide" Target="slides/slide630.xml"/><Relationship Id="rId637" Type="http://schemas.openxmlformats.org/officeDocument/2006/relationships/slide" Target="slides/slide631.xml"/><Relationship Id="rId638" Type="http://schemas.openxmlformats.org/officeDocument/2006/relationships/slide" Target="slides/slide632.xml"/><Relationship Id="rId639" Type="http://schemas.openxmlformats.org/officeDocument/2006/relationships/slide" Target="slides/slide633.xml"/><Relationship Id="rId640" Type="http://schemas.openxmlformats.org/officeDocument/2006/relationships/slide" Target="slides/slide634.xml"/><Relationship Id="rId641" Type="http://schemas.openxmlformats.org/officeDocument/2006/relationships/slide" Target="slides/slide635.xml"/><Relationship Id="rId642" Type="http://schemas.openxmlformats.org/officeDocument/2006/relationships/slide" Target="slides/slide636.xml"/><Relationship Id="rId643" Type="http://schemas.openxmlformats.org/officeDocument/2006/relationships/slide" Target="slides/slide637.xml"/><Relationship Id="rId644" Type="http://schemas.openxmlformats.org/officeDocument/2006/relationships/slide" Target="slides/slide638.xml"/><Relationship Id="rId645" Type="http://schemas.openxmlformats.org/officeDocument/2006/relationships/slide" Target="slides/slide639.xml"/><Relationship Id="rId646" Type="http://schemas.openxmlformats.org/officeDocument/2006/relationships/slide" Target="slides/slide640.xml"/><Relationship Id="rId647" Type="http://schemas.openxmlformats.org/officeDocument/2006/relationships/slide" Target="slides/slide641.xml"/><Relationship Id="rId648" Type="http://schemas.openxmlformats.org/officeDocument/2006/relationships/slide" Target="slides/slide642.xml"/><Relationship Id="rId649" Type="http://schemas.openxmlformats.org/officeDocument/2006/relationships/slide" Target="slides/slide643.xml"/><Relationship Id="rId650" Type="http://schemas.openxmlformats.org/officeDocument/2006/relationships/slide" Target="slides/slide644.xml"/><Relationship Id="rId651" Type="http://schemas.openxmlformats.org/officeDocument/2006/relationships/slide" Target="slides/slide645.xml"/><Relationship Id="rId652" Type="http://schemas.openxmlformats.org/officeDocument/2006/relationships/slide" Target="slides/slide646.xml"/><Relationship Id="rId653" Type="http://schemas.openxmlformats.org/officeDocument/2006/relationships/slide" Target="slides/slide647.xml"/><Relationship Id="rId654" Type="http://schemas.openxmlformats.org/officeDocument/2006/relationships/slide" Target="slides/slide648.xml"/><Relationship Id="rId655" Type="http://schemas.openxmlformats.org/officeDocument/2006/relationships/slide" Target="slides/slide649.xml"/><Relationship Id="rId656" Type="http://schemas.openxmlformats.org/officeDocument/2006/relationships/slide" Target="slides/slide650.xml"/><Relationship Id="rId657" Type="http://schemas.openxmlformats.org/officeDocument/2006/relationships/slide" Target="slides/slide651.xml"/><Relationship Id="rId658" Type="http://schemas.openxmlformats.org/officeDocument/2006/relationships/slide" Target="slides/slide652.xml"/><Relationship Id="rId659" Type="http://schemas.openxmlformats.org/officeDocument/2006/relationships/slide" Target="slides/slide653.xml"/><Relationship Id="rId660" Type="http://schemas.openxmlformats.org/officeDocument/2006/relationships/slide" Target="slides/slide654.xml"/><Relationship Id="rId661" Type="http://schemas.openxmlformats.org/officeDocument/2006/relationships/slide" Target="slides/slide655.xml"/><Relationship Id="rId662" Type="http://schemas.openxmlformats.org/officeDocument/2006/relationships/slide" Target="slides/slide656.xml"/><Relationship Id="rId663" Type="http://schemas.openxmlformats.org/officeDocument/2006/relationships/slide" Target="slides/slide657.xml"/><Relationship Id="rId664" Type="http://schemas.openxmlformats.org/officeDocument/2006/relationships/slide" Target="slides/slide658.xml"/><Relationship Id="rId665" Type="http://schemas.openxmlformats.org/officeDocument/2006/relationships/slide" Target="slides/slide659.xml"/><Relationship Id="rId666" Type="http://schemas.openxmlformats.org/officeDocument/2006/relationships/slide" Target="slides/slide660.xml"/><Relationship Id="rId667" Type="http://schemas.openxmlformats.org/officeDocument/2006/relationships/slide" Target="slides/slide661.xml"/><Relationship Id="rId668" Type="http://schemas.openxmlformats.org/officeDocument/2006/relationships/slide" Target="slides/slide662.xml"/><Relationship Id="rId669" Type="http://schemas.openxmlformats.org/officeDocument/2006/relationships/slide" Target="slides/slide663.xml"/><Relationship Id="rId670" Type="http://schemas.openxmlformats.org/officeDocument/2006/relationships/slide" Target="slides/slide664.xml"/><Relationship Id="rId671" Type="http://schemas.openxmlformats.org/officeDocument/2006/relationships/slide" Target="slides/slide665.xml"/><Relationship Id="rId672" Type="http://schemas.openxmlformats.org/officeDocument/2006/relationships/slide" Target="slides/slide666.xml"/><Relationship Id="rId673" Type="http://schemas.openxmlformats.org/officeDocument/2006/relationships/slide" Target="slides/slide667.xml"/><Relationship Id="rId674" Type="http://schemas.openxmlformats.org/officeDocument/2006/relationships/slide" Target="slides/slide668.xml"/><Relationship Id="rId675" Type="http://schemas.openxmlformats.org/officeDocument/2006/relationships/slide" Target="slides/slide669.xml"/><Relationship Id="rId676" Type="http://schemas.openxmlformats.org/officeDocument/2006/relationships/slide" Target="slides/slide670.xml"/><Relationship Id="rId677" Type="http://schemas.openxmlformats.org/officeDocument/2006/relationships/slide" Target="slides/slide671.xml"/><Relationship Id="rId678" Type="http://schemas.openxmlformats.org/officeDocument/2006/relationships/slide" Target="slides/slide672.xml"/><Relationship Id="rId679" Type="http://schemas.openxmlformats.org/officeDocument/2006/relationships/slide" Target="slides/slide673.xml"/><Relationship Id="rId680" Type="http://schemas.openxmlformats.org/officeDocument/2006/relationships/slide" Target="slides/slide674.xml"/><Relationship Id="rId681" Type="http://schemas.openxmlformats.org/officeDocument/2006/relationships/slide" Target="slides/slide675.xml"/><Relationship Id="rId682" Type="http://schemas.openxmlformats.org/officeDocument/2006/relationships/slide" Target="slides/slide676.xml"/><Relationship Id="rId683" Type="http://schemas.openxmlformats.org/officeDocument/2006/relationships/slide" Target="slides/slide677.xml"/><Relationship Id="rId684" Type="http://schemas.openxmlformats.org/officeDocument/2006/relationships/slide" Target="slides/slide678.xml"/><Relationship Id="rId685" Type="http://schemas.openxmlformats.org/officeDocument/2006/relationships/slide" Target="slides/slide679.xml"/><Relationship Id="rId686" Type="http://schemas.openxmlformats.org/officeDocument/2006/relationships/slide" Target="slides/slide680.xml"/><Relationship Id="rId687" Type="http://schemas.openxmlformats.org/officeDocument/2006/relationships/slide" Target="slides/slide681.xml"/><Relationship Id="rId688" Type="http://schemas.openxmlformats.org/officeDocument/2006/relationships/slide" Target="slides/slide682.xml"/><Relationship Id="rId689" Type="http://schemas.openxmlformats.org/officeDocument/2006/relationships/slide" Target="slides/slide683.xml"/><Relationship Id="rId690" Type="http://schemas.openxmlformats.org/officeDocument/2006/relationships/slide" Target="slides/slide684.xml"/><Relationship Id="rId691" Type="http://schemas.openxmlformats.org/officeDocument/2006/relationships/slide" Target="slides/slide685.xml"/><Relationship Id="rId692" Type="http://schemas.openxmlformats.org/officeDocument/2006/relationships/slide" Target="slides/slide686.xml"/><Relationship Id="rId693" Type="http://schemas.openxmlformats.org/officeDocument/2006/relationships/slide" Target="slides/slide687.xml"/><Relationship Id="rId694" Type="http://schemas.openxmlformats.org/officeDocument/2006/relationships/slide" Target="slides/slide688.xml"/><Relationship Id="rId695" Type="http://schemas.openxmlformats.org/officeDocument/2006/relationships/slide" Target="slides/slide689.xml"/><Relationship Id="rId696" Type="http://schemas.openxmlformats.org/officeDocument/2006/relationships/slide" Target="slides/slide690.xml"/><Relationship Id="rId697" Type="http://schemas.openxmlformats.org/officeDocument/2006/relationships/slide" Target="slides/slide691.xml"/><Relationship Id="rId698" Type="http://schemas.openxmlformats.org/officeDocument/2006/relationships/slide" Target="slides/slide692.xml"/><Relationship Id="rId699" Type="http://schemas.openxmlformats.org/officeDocument/2006/relationships/slide" Target="slides/slide693.xml"/><Relationship Id="rId700" Type="http://schemas.openxmlformats.org/officeDocument/2006/relationships/slide" Target="slides/slide694.xml"/><Relationship Id="rId701" Type="http://schemas.openxmlformats.org/officeDocument/2006/relationships/slide" Target="slides/slide695.xml"/><Relationship Id="rId702" Type="http://schemas.openxmlformats.org/officeDocument/2006/relationships/slide" Target="slides/slide696.xml"/><Relationship Id="rId703" Type="http://schemas.openxmlformats.org/officeDocument/2006/relationships/slide" Target="slides/slide697.xml"/><Relationship Id="rId704" Type="http://schemas.openxmlformats.org/officeDocument/2006/relationships/slide" Target="slides/slide698.xml"/><Relationship Id="rId705" Type="http://schemas.openxmlformats.org/officeDocument/2006/relationships/slide" Target="slides/slide699.xml"/><Relationship Id="rId706" Type="http://schemas.openxmlformats.org/officeDocument/2006/relationships/slide" Target="slides/slide700.xml"/><Relationship Id="rId707" Type="http://schemas.openxmlformats.org/officeDocument/2006/relationships/slide" Target="slides/slide701.xml"/><Relationship Id="rId708" Type="http://schemas.openxmlformats.org/officeDocument/2006/relationships/slide" Target="slides/slide702.xml"/><Relationship Id="rId709" Type="http://schemas.openxmlformats.org/officeDocument/2006/relationships/slide" Target="slides/slide703.xml"/><Relationship Id="rId710" Type="http://schemas.openxmlformats.org/officeDocument/2006/relationships/slide" Target="slides/slide704.xml"/><Relationship Id="rId711" Type="http://schemas.openxmlformats.org/officeDocument/2006/relationships/slide" Target="slides/slide705.xml"/><Relationship Id="rId712" Type="http://schemas.openxmlformats.org/officeDocument/2006/relationships/slide" Target="slides/slide706.xml"/><Relationship Id="rId713" Type="http://schemas.openxmlformats.org/officeDocument/2006/relationships/slide" Target="slides/slide707.xml"/><Relationship Id="rId714" Type="http://schemas.openxmlformats.org/officeDocument/2006/relationships/slide" Target="slides/slide708.xml"/><Relationship Id="rId715" Type="http://schemas.openxmlformats.org/officeDocument/2006/relationships/slide" Target="slides/slide709.xml"/><Relationship Id="rId716" Type="http://schemas.openxmlformats.org/officeDocument/2006/relationships/slide" Target="slides/slide710.xml"/><Relationship Id="rId717" Type="http://schemas.openxmlformats.org/officeDocument/2006/relationships/slide" Target="slides/slide711.xml"/><Relationship Id="rId718" Type="http://schemas.openxmlformats.org/officeDocument/2006/relationships/slide" Target="slides/slide712.xml"/><Relationship Id="rId719" Type="http://schemas.openxmlformats.org/officeDocument/2006/relationships/slide" Target="slides/slide713.xml"/><Relationship Id="rId720" Type="http://schemas.openxmlformats.org/officeDocument/2006/relationships/slide" Target="slides/slide714.xml"/><Relationship Id="rId721" Type="http://schemas.openxmlformats.org/officeDocument/2006/relationships/slide" Target="slides/slide715.xml"/><Relationship Id="rId722" Type="http://schemas.openxmlformats.org/officeDocument/2006/relationships/slide" Target="slides/slide716.xml"/><Relationship Id="rId723" Type="http://schemas.openxmlformats.org/officeDocument/2006/relationships/slide" Target="slides/slide717.xml"/><Relationship Id="rId724" Type="http://schemas.openxmlformats.org/officeDocument/2006/relationships/slide" Target="slides/slide718.xml"/><Relationship Id="rId725" Type="http://schemas.openxmlformats.org/officeDocument/2006/relationships/slide" Target="slides/slide719.xml"/><Relationship Id="rId726" Type="http://schemas.openxmlformats.org/officeDocument/2006/relationships/slide" Target="slides/slide720.xml"/><Relationship Id="rId727" Type="http://schemas.openxmlformats.org/officeDocument/2006/relationships/slide" Target="slides/slide721.xml"/><Relationship Id="rId728" Type="http://schemas.openxmlformats.org/officeDocument/2006/relationships/slide" Target="slides/slide722.xml"/><Relationship Id="rId729" Type="http://schemas.openxmlformats.org/officeDocument/2006/relationships/slide" Target="slides/slide723.xml"/><Relationship Id="rId730" Type="http://schemas.openxmlformats.org/officeDocument/2006/relationships/slide" Target="slides/slide724.xml"/><Relationship Id="rId731" Type="http://schemas.openxmlformats.org/officeDocument/2006/relationships/slide" Target="slides/slide725.xml"/><Relationship Id="rId732" Type="http://schemas.openxmlformats.org/officeDocument/2006/relationships/slide" Target="slides/slide726.xml"/><Relationship Id="rId733" Type="http://schemas.openxmlformats.org/officeDocument/2006/relationships/slide" Target="slides/slide727.xml"/><Relationship Id="rId734" Type="http://schemas.openxmlformats.org/officeDocument/2006/relationships/slide" Target="slides/slide728.xml"/><Relationship Id="rId735" Type="http://schemas.openxmlformats.org/officeDocument/2006/relationships/slide" Target="slides/slide729.xml"/><Relationship Id="rId736" Type="http://schemas.openxmlformats.org/officeDocument/2006/relationships/slide" Target="slides/slide730.xml"/><Relationship Id="rId737" Type="http://schemas.openxmlformats.org/officeDocument/2006/relationships/slide" Target="slides/slide731.xml"/><Relationship Id="rId738" Type="http://schemas.openxmlformats.org/officeDocument/2006/relationships/slide" Target="slides/slide732.xml"/><Relationship Id="rId739" Type="http://schemas.openxmlformats.org/officeDocument/2006/relationships/slide" Target="slides/slide733.xml"/><Relationship Id="rId740" Type="http://schemas.openxmlformats.org/officeDocument/2006/relationships/slide" Target="slides/slide734.xml"/><Relationship Id="rId741" Type="http://schemas.openxmlformats.org/officeDocument/2006/relationships/slide" Target="slides/slide735.xml"/><Relationship Id="rId742" Type="http://schemas.openxmlformats.org/officeDocument/2006/relationships/slide" Target="slides/slide736.xml"/><Relationship Id="rId743" Type="http://schemas.openxmlformats.org/officeDocument/2006/relationships/slide" Target="slides/slide737.xml"/><Relationship Id="rId744" Type="http://schemas.openxmlformats.org/officeDocument/2006/relationships/slide" Target="slides/slide738.xml"/><Relationship Id="rId745" Type="http://schemas.openxmlformats.org/officeDocument/2006/relationships/slide" Target="slides/slide739.xml"/><Relationship Id="rId746" Type="http://schemas.openxmlformats.org/officeDocument/2006/relationships/slide" Target="slides/slide740.xml"/><Relationship Id="rId747" Type="http://schemas.openxmlformats.org/officeDocument/2006/relationships/slide" Target="slides/slide741.xml"/><Relationship Id="rId748" Type="http://schemas.openxmlformats.org/officeDocument/2006/relationships/slide" Target="slides/slide742.xml"/><Relationship Id="rId749" Type="http://schemas.openxmlformats.org/officeDocument/2006/relationships/slide" Target="slides/slide743.xml"/><Relationship Id="rId750" Type="http://schemas.openxmlformats.org/officeDocument/2006/relationships/slide" Target="slides/slide744.xml"/><Relationship Id="rId751" Type="http://schemas.openxmlformats.org/officeDocument/2006/relationships/slide" Target="slides/slide745.xml"/><Relationship Id="rId752" Type="http://schemas.openxmlformats.org/officeDocument/2006/relationships/slide" Target="slides/slide746.xml"/><Relationship Id="rId753" Type="http://schemas.openxmlformats.org/officeDocument/2006/relationships/slide" Target="slides/slide747.xml"/><Relationship Id="rId754" Type="http://schemas.openxmlformats.org/officeDocument/2006/relationships/slide" Target="slides/slide748.xml"/><Relationship Id="rId755" Type="http://schemas.openxmlformats.org/officeDocument/2006/relationships/slide" Target="slides/slide749.xml"/><Relationship Id="rId756" Type="http://schemas.openxmlformats.org/officeDocument/2006/relationships/slide" Target="slides/slide750.xml"/><Relationship Id="rId757" Type="http://schemas.openxmlformats.org/officeDocument/2006/relationships/slide" Target="slides/slide751.xml"/><Relationship Id="rId758" Type="http://schemas.openxmlformats.org/officeDocument/2006/relationships/slide" Target="slides/slide752.xml"/><Relationship Id="rId759" Type="http://schemas.openxmlformats.org/officeDocument/2006/relationships/slide" Target="slides/slide753.xml"/><Relationship Id="rId760" Type="http://schemas.openxmlformats.org/officeDocument/2006/relationships/slide" Target="slides/slide754.xml"/><Relationship Id="rId761" Type="http://schemas.openxmlformats.org/officeDocument/2006/relationships/slide" Target="slides/slide755.xml"/><Relationship Id="rId762" Type="http://schemas.openxmlformats.org/officeDocument/2006/relationships/slide" Target="slides/slide756.xml"/><Relationship Id="rId763" Type="http://schemas.openxmlformats.org/officeDocument/2006/relationships/slide" Target="slides/slide757.xml"/><Relationship Id="rId764" Type="http://schemas.openxmlformats.org/officeDocument/2006/relationships/slide" Target="slides/slide758.xml"/><Relationship Id="rId765" Type="http://schemas.openxmlformats.org/officeDocument/2006/relationships/slide" Target="slides/slide759.xml"/><Relationship Id="rId766" Type="http://schemas.openxmlformats.org/officeDocument/2006/relationships/slide" Target="slides/slide760.xml"/><Relationship Id="rId767" Type="http://schemas.openxmlformats.org/officeDocument/2006/relationships/slide" Target="slides/slide761.xml"/><Relationship Id="rId768" Type="http://schemas.openxmlformats.org/officeDocument/2006/relationships/slide" Target="slides/slide762.xml"/><Relationship Id="rId769" Type="http://schemas.openxmlformats.org/officeDocument/2006/relationships/slide" Target="slides/slide763.xml"/><Relationship Id="rId770" Type="http://schemas.openxmlformats.org/officeDocument/2006/relationships/slide" Target="slides/slide764.xml"/><Relationship Id="rId771" Type="http://schemas.openxmlformats.org/officeDocument/2006/relationships/slide" Target="slides/slide765.xml"/><Relationship Id="rId772" Type="http://schemas.openxmlformats.org/officeDocument/2006/relationships/slide" Target="slides/slide766.xml"/><Relationship Id="rId773" Type="http://schemas.openxmlformats.org/officeDocument/2006/relationships/slide" Target="slides/slide767.xml"/><Relationship Id="rId774" Type="http://schemas.openxmlformats.org/officeDocument/2006/relationships/slide" Target="slides/slide768.xml"/><Relationship Id="rId775" Type="http://schemas.openxmlformats.org/officeDocument/2006/relationships/slide" Target="slides/slide769.xml"/><Relationship Id="rId776" Type="http://schemas.openxmlformats.org/officeDocument/2006/relationships/slide" Target="slides/slide770.xml"/><Relationship Id="rId777" Type="http://schemas.openxmlformats.org/officeDocument/2006/relationships/slide" Target="slides/slide771.xml"/><Relationship Id="rId778" Type="http://schemas.openxmlformats.org/officeDocument/2006/relationships/slide" Target="slides/slide772.xml"/><Relationship Id="rId779" Type="http://schemas.openxmlformats.org/officeDocument/2006/relationships/slide" Target="slides/slide773.xml"/><Relationship Id="rId780" Type="http://schemas.openxmlformats.org/officeDocument/2006/relationships/slide" Target="slides/slide774.xml"/><Relationship Id="rId781" Type="http://schemas.openxmlformats.org/officeDocument/2006/relationships/slide" Target="slides/slide775.xml"/><Relationship Id="rId782" Type="http://schemas.openxmlformats.org/officeDocument/2006/relationships/slide" Target="slides/slide776.xml"/><Relationship Id="rId783" Type="http://schemas.openxmlformats.org/officeDocument/2006/relationships/slide" Target="slides/slide777.xml"/><Relationship Id="rId784" Type="http://schemas.openxmlformats.org/officeDocument/2006/relationships/slide" Target="slides/slide778.xml"/><Relationship Id="rId785" Type="http://schemas.openxmlformats.org/officeDocument/2006/relationships/slide" Target="slides/slide779.xml"/><Relationship Id="rId786" Type="http://schemas.openxmlformats.org/officeDocument/2006/relationships/slide" Target="slides/slide780.xml"/><Relationship Id="rId787" Type="http://schemas.openxmlformats.org/officeDocument/2006/relationships/slide" Target="slides/slide781.xml"/><Relationship Id="rId788" Type="http://schemas.openxmlformats.org/officeDocument/2006/relationships/slide" Target="slides/slide782.xml"/><Relationship Id="rId789" Type="http://schemas.openxmlformats.org/officeDocument/2006/relationships/slide" Target="slides/slide783.xml"/><Relationship Id="rId790" Type="http://schemas.openxmlformats.org/officeDocument/2006/relationships/slide" Target="slides/slide784.xml"/><Relationship Id="rId791" Type="http://schemas.openxmlformats.org/officeDocument/2006/relationships/slide" Target="slides/slide785.xml"/><Relationship Id="rId792" Type="http://schemas.openxmlformats.org/officeDocument/2006/relationships/slide" Target="slides/slide786.xml"/><Relationship Id="rId793" Type="http://schemas.openxmlformats.org/officeDocument/2006/relationships/slide" Target="slides/slide787.xml"/><Relationship Id="rId794" Type="http://schemas.openxmlformats.org/officeDocument/2006/relationships/slide" Target="slides/slide788.xml"/><Relationship Id="rId795" Type="http://schemas.openxmlformats.org/officeDocument/2006/relationships/slide" Target="slides/slide789.xml"/><Relationship Id="rId796" Type="http://schemas.openxmlformats.org/officeDocument/2006/relationships/slide" Target="slides/slide790.xml"/><Relationship Id="rId797" Type="http://schemas.openxmlformats.org/officeDocument/2006/relationships/slide" Target="slides/slide791.xml"/><Relationship Id="rId798" Type="http://schemas.openxmlformats.org/officeDocument/2006/relationships/slide" Target="slides/slide792.xml"/><Relationship Id="rId799" Type="http://schemas.openxmlformats.org/officeDocument/2006/relationships/slide" Target="slides/slide793.xml"/><Relationship Id="rId800" Type="http://schemas.openxmlformats.org/officeDocument/2006/relationships/slide" Target="slides/slide794.xml"/><Relationship Id="rId801" Type="http://schemas.openxmlformats.org/officeDocument/2006/relationships/slide" Target="slides/slide795.xml"/><Relationship Id="rId802" Type="http://schemas.openxmlformats.org/officeDocument/2006/relationships/slide" Target="slides/slide796.xml"/><Relationship Id="rId803" Type="http://schemas.openxmlformats.org/officeDocument/2006/relationships/slide" Target="slides/slide797.xml"/><Relationship Id="rId804" Type="http://schemas.openxmlformats.org/officeDocument/2006/relationships/slide" Target="slides/slide798.xml"/><Relationship Id="rId805" Type="http://schemas.openxmlformats.org/officeDocument/2006/relationships/slide" Target="slides/slide799.xml"/><Relationship Id="rId806" Type="http://schemas.openxmlformats.org/officeDocument/2006/relationships/slide" Target="slides/slide800.xml"/><Relationship Id="rId807" Type="http://schemas.openxmlformats.org/officeDocument/2006/relationships/slide" Target="slides/slide801.xml"/><Relationship Id="rId808" Type="http://schemas.openxmlformats.org/officeDocument/2006/relationships/slide" Target="slides/slide802.xml"/><Relationship Id="rId809" Type="http://schemas.openxmlformats.org/officeDocument/2006/relationships/slide" Target="slides/slide803.xml"/><Relationship Id="rId810" Type="http://schemas.openxmlformats.org/officeDocument/2006/relationships/slide" Target="slides/slide804.xml"/><Relationship Id="rId811" Type="http://schemas.openxmlformats.org/officeDocument/2006/relationships/slide" Target="slides/slide805.xml"/><Relationship Id="rId812" Type="http://schemas.openxmlformats.org/officeDocument/2006/relationships/slide" Target="slides/slide806.xml"/><Relationship Id="rId813" Type="http://schemas.openxmlformats.org/officeDocument/2006/relationships/slide" Target="slides/slide807.xml"/><Relationship Id="rId814" Type="http://schemas.openxmlformats.org/officeDocument/2006/relationships/slide" Target="slides/slide808.xml"/><Relationship Id="rId815" Type="http://schemas.openxmlformats.org/officeDocument/2006/relationships/slide" Target="slides/slide809.xml"/><Relationship Id="rId816" Type="http://schemas.openxmlformats.org/officeDocument/2006/relationships/slide" Target="slides/slide810.xml"/><Relationship Id="rId817" Type="http://schemas.openxmlformats.org/officeDocument/2006/relationships/slide" Target="slides/slide811.xml"/><Relationship Id="rId818" Type="http://schemas.openxmlformats.org/officeDocument/2006/relationships/slide" Target="slides/slide812.xml"/><Relationship Id="rId819" Type="http://schemas.openxmlformats.org/officeDocument/2006/relationships/slide" Target="slides/slide813.xml"/><Relationship Id="rId820" Type="http://schemas.openxmlformats.org/officeDocument/2006/relationships/slide" Target="slides/slide814.xml"/><Relationship Id="rId821" Type="http://schemas.openxmlformats.org/officeDocument/2006/relationships/slide" Target="slides/slide815.xml"/><Relationship Id="rId822" Type="http://schemas.openxmlformats.org/officeDocument/2006/relationships/slide" Target="slides/slide816.xml"/><Relationship Id="rId823" Type="http://schemas.openxmlformats.org/officeDocument/2006/relationships/slide" Target="slides/slide817.xml"/><Relationship Id="rId824" Type="http://schemas.openxmlformats.org/officeDocument/2006/relationships/slide" Target="slides/slide818.xml"/><Relationship Id="rId825" Type="http://schemas.openxmlformats.org/officeDocument/2006/relationships/slide" Target="slides/slide819.xml"/><Relationship Id="rId826" Type="http://schemas.openxmlformats.org/officeDocument/2006/relationships/slide" Target="slides/slide820.xml"/><Relationship Id="rId827" Type="http://schemas.openxmlformats.org/officeDocument/2006/relationships/slide" Target="slides/slide821.xml"/><Relationship Id="rId828" Type="http://schemas.openxmlformats.org/officeDocument/2006/relationships/slide" Target="slides/slide822.xml"/><Relationship Id="rId829" Type="http://schemas.openxmlformats.org/officeDocument/2006/relationships/slide" Target="slides/slide823.xml"/><Relationship Id="rId830" Type="http://schemas.openxmlformats.org/officeDocument/2006/relationships/slide" Target="slides/slide824.xml"/><Relationship Id="rId831" Type="http://schemas.openxmlformats.org/officeDocument/2006/relationships/slide" Target="slides/slide825.xml"/><Relationship Id="rId832" Type="http://schemas.openxmlformats.org/officeDocument/2006/relationships/slide" Target="slides/slide826.xml"/><Relationship Id="rId833" Type="http://schemas.openxmlformats.org/officeDocument/2006/relationships/slide" Target="slides/slide827.xml"/><Relationship Id="rId834" Type="http://schemas.openxmlformats.org/officeDocument/2006/relationships/slide" Target="slides/slide828.xml"/><Relationship Id="rId835" Type="http://schemas.openxmlformats.org/officeDocument/2006/relationships/slide" Target="slides/slide829.xml"/><Relationship Id="rId836" Type="http://schemas.openxmlformats.org/officeDocument/2006/relationships/slide" Target="slides/slide830.xml"/><Relationship Id="rId837" Type="http://schemas.openxmlformats.org/officeDocument/2006/relationships/slide" Target="slides/slide831.xml"/><Relationship Id="rId838" Type="http://schemas.openxmlformats.org/officeDocument/2006/relationships/slide" Target="slides/slide832.xml"/><Relationship Id="rId839" Type="http://schemas.openxmlformats.org/officeDocument/2006/relationships/slide" Target="slides/slide833.xml"/><Relationship Id="rId840" Type="http://schemas.openxmlformats.org/officeDocument/2006/relationships/slide" Target="slides/slide834.xml"/><Relationship Id="rId841" Type="http://schemas.openxmlformats.org/officeDocument/2006/relationships/slide" Target="slides/slide835.xml"/><Relationship Id="rId842" Type="http://schemas.openxmlformats.org/officeDocument/2006/relationships/slide" Target="slides/slide836.xml"/><Relationship Id="rId843" Type="http://schemas.openxmlformats.org/officeDocument/2006/relationships/slide" Target="slides/slide837.xml"/><Relationship Id="rId844" Type="http://schemas.openxmlformats.org/officeDocument/2006/relationships/slide" Target="slides/slide838.xml"/><Relationship Id="rId845" Type="http://schemas.openxmlformats.org/officeDocument/2006/relationships/slide" Target="slides/slide839.xml"/><Relationship Id="rId846" Type="http://schemas.openxmlformats.org/officeDocument/2006/relationships/slide" Target="slides/slide840.xml"/><Relationship Id="rId847" Type="http://schemas.openxmlformats.org/officeDocument/2006/relationships/slide" Target="slides/slide841.xml"/><Relationship Id="rId848" Type="http://schemas.openxmlformats.org/officeDocument/2006/relationships/slide" Target="slides/slide842.xml"/><Relationship Id="rId849" Type="http://schemas.openxmlformats.org/officeDocument/2006/relationships/slide" Target="slides/slide843.xml"/><Relationship Id="rId850" Type="http://schemas.openxmlformats.org/officeDocument/2006/relationships/slide" Target="slides/slide844.xml"/><Relationship Id="rId851" Type="http://schemas.openxmlformats.org/officeDocument/2006/relationships/slide" Target="slides/slide845.xml"/><Relationship Id="rId852" Type="http://schemas.openxmlformats.org/officeDocument/2006/relationships/slide" Target="slides/slide846.xml"/><Relationship Id="rId853" Type="http://schemas.openxmlformats.org/officeDocument/2006/relationships/slide" Target="slides/slide847.xml"/><Relationship Id="rId854" Type="http://schemas.openxmlformats.org/officeDocument/2006/relationships/slide" Target="slides/slide848.xml"/><Relationship Id="rId855" Type="http://schemas.openxmlformats.org/officeDocument/2006/relationships/slide" Target="slides/slide849.xml"/><Relationship Id="rId856" Type="http://schemas.openxmlformats.org/officeDocument/2006/relationships/slide" Target="slides/slide850.xml"/><Relationship Id="rId857" Type="http://schemas.openxmlformats.org/officeDocument/2006/relationships/slide" Target="slides/slide851.xml"/><Relationship Id="rId858" Type="http://schemas.openxmlformats.org/officeDocument/2006/relationships/slide" Target="slides/slide852.xml"/><Relationship Id="rId859" Type="http://schemas.openxmlformats.org/officeDocument/2006/relationships/slide" Target="slides/slide853.xml"/><Relationship Id="rId860" Type="http://schemas.openxmlformats.org/officeDocument/2006/relationships/slide" Target="slides/slide854.xml"/><Relationship Id="rId861" Type="http://schemas.openxmlformats.org/officeDocument/2006/relationships/slide" Target="slides/slide855.xml"/><Relationship Id="rId862" Type="http://schemas.openxmlformats.org/officeDocument/2006/relationships/slide" Target="slides/slide856.xml"/><Relationship Id="rId863" Type="http://schemas.openxmlformats.org/officeDocument/2006/relationships/slide" Target="slides/slide857.xml"/><Relationship Id="rId864" Type="http://schemas.openxmlformats.org/officeDocument/2006/relationships/slide" Target="slides/slide858.xml"/><Relationship Id="rId865" Type="http://schemas.openxmlformats.org/officeDocument/2006/relationships/slide" Target="slides/slide859.xml"/><Relationship Id="rId866" Type="http://schemas.openxmlformats.org/officeDocument/2006/relationships/slide" Target="slides/slide860.xml"/><Relationship Id="rId867" Type="http://schemas.openxmlformats.org/officeDocument/2006/relationships/slide" Target="slides/slide861.xml"/><Relationship Id="rId868" Type="http://schemas.openxmlformats.org/officeDocument/2006/relationships/slide" Target="slides/slide862.xml"/><Relationship Id="rId869" Type="http://schemas.openxmlformats.org/officeDocument/2006/relationships/slide" Target="slides/slide863.xml"/><Relationship Id="rId870" Type="http://schemas.openxmlformats.org/officeDocument/2006/relationships/slide" Target="slides/slide864.xml"/><Relationship Id="rId871" Type="http://schemas.openxmlformats.org/officeDocument/2006/relationships/slide" Target="slides/slide865.xml"/><Relationship Id="rId872" Type="http://schemas.openxmlformats.org/officeDocument/2006/relationships/slide" Target="slides/slide866.xml"/><Relationship Id="rId873" Type="http://schemas.openxmlformats.org/officeDocument/2006/relationships/slide" Target="slides/slide867.xml"/><Relationship Id="rId874" Type="http://schemas.openxmlformats.org/officeDocument/2006/relationships/slide" Target="slides/slide868.xml"/><Relationship Id="rId875" Type="http://schemas.openxmlformats.org/officeDocument/2006/relationships/slide" Target="slides/slide869.xml"/><Relationship Id="rId876" Type="http://schemas.openxmlformats.org/officeDocument/2006/relationships/slide" Target="slides/slide870.xml"/><Relationship Id="rId877" Type="http://schemas.openxmlformats.org/officeDocument/2006/relationships/slide" Target="slides/slide871.xml"/><Relationship Id="rId878" Type="http://schemas.openxmlformats.org/officeDocument/2006/relationships/slide" Target="slides/slide872.xml"/><Relationship Id="rId879" Type="http://schemas.openxmlformats.org/officeDocument/2006/relationships/slide" Target="slides/slide873.xml"/><Relationship Id="rId880" Type="http://schemas.openxmlformats.org/officeDocument/2006/relationships/slide" Target="slides/slide874.xml"/><Relationship Id="rId881" Type="http://schemas.openxmlformats.org/officeDocument/2006/relationships/slide" Target="slides/slide875.xml"/><Relationship Id="rId882" Type="http://schemas.openxmlformats.org/officeDocument/2006/relationships/slide" Target="slides/slide876.xml"/><Relationship Id="rId883" Type="http://schemas.openxmlformats.org/officeDocument/2006/relationships/slide" Target="slides/slide877.xml"/><Relationship Id="rId884" Type="http://schemas.openxmlformats.org/officeDocument/2006/relationships/slide" Target="slides/slide878.xml"/><Relationship Id="rId885" Type="http://schemas.openxmlformats.org/officeDocument/2006/relationships/slide" Target="slides/slide879.xml"/><Relationship Id="rId886" Type="http://schemas.openxmlformats.org/officeDocument/2006/relationships/slide" Target="slides/slide880.xml"/><Relationship Id="rId887" Type="http://schemas.openxmlformats.org/officeDocument/2006/relationships/slide" Target="slides/slide881.xml"/><Relationship Id="rId888" Type="http://schemas.openxmlformats.org/officeDocument/2006/relationships/slide" Target="slides/slide882.xml"/><Relationship Id="rId889" Type="http://schemas.openxmlformats.org/officeDocument/2006/relationships/slide" Target="slides/slide883.xml"/><Relationship Id="rId890" Type="http://schemas.openxmlformats.org/officeDocument/2006/relationships/slide" Target="slides/slide884.xml"/><Relationship Id="rId891" Type="http://schemas.openxmlformats.org/officeDocument/2006/relationships/slide" Target="slides/slide885.xml"/><Relationship Id="rId892" Type="http://schemas.openxmlformats.org/officeDocument/2006/relationships/slide" Target="slides/slide886.xml"/><Relationship Id="rId893" Type="http://schemas.openxmlformats.org/officeDocument/2006/relationships/slide" Target="slides/slide887.xml"/><Relationship Id="rId894" Type="http://schemas.openxmlformats.org/officeDocument/2006/relationships/slide" Target="slides/slide888.xml"/><Relationship Id="rId895" Type="http://schemas.openxmlformats.org/officeDocument/2006/relationships/slide" Target="slides/slide889.xml"/><Relationship Id="rId896" Type="http://schemas.openxmlformats.org/officeDocument/2006/relationships/slide" Target="slides/slide890.xml"/><Relationship Id="rId897" Type="http://schemas.openxmlformats.org/officeDocument/2006/relationships/slide" Target="slides/slide891.xml"/><Relationship Id="rId898" Type="http://schemas.openxmlformats.org/officeDocument/2006/relationships/slide" Target="slides/slide892.xml"/><Relationship Id="rId899" Type="http://schemas.openxmlformats.org/officeDocument/2006/relationships/slide" Target="slides/slide893.xml"/><Relationship Id="rId900" Type="http://schemas.openxmlformats.org/officeDocument/2006/relationships/slide" Target="slides/slide894.xml"/><Relationship Id="rId901" Type="http://schemas.openxmlformats.org/officeDocument/2006/relationships/slide" Target="slides/slide895.xml"/><Relationship Id="rId902" Type="http://schemas.openxmlformats.org/officeDocument/2006/relationships/slide" Target="slides/slide896.xml"/><Relationship Id="rId903" Type="http://schemas.openxmlformats.org/officeDocument/2006/relationships/slide" Target="slides/slide897.xml"/><Relationship Id="rId904" Type="http://schemas.openxmlformats.org/officeDocument/2006/relationships/slide" Target="slides/slide898.xml"/><Relationship Id="rId905" Type="http://schemas.openxmlformats.org/officeDocument/2006/relationships/slide" Target="slides/slide899.xml"/><Relationship Id="rId906" Type="http://schemas.openxmlformats.org/officeDocument/2006/relationships/slide" Target="slides/slide900.xml"/><Relationship Id="rId907" Type="http://schemas.openxmlformats.org/officeDocument/2006/relationships/slide" Target="slides/slide901.xml"/><Relationship Id="rId908" Type="http://schemas.openxmlformats.org/officeDocument/2006/relationships/slide" Target="slides/slide902.xml"/><Relationship Id="rId909" Type="http://schemas.openxmlformats.org/officeDocument/2006/relationships/slide" Target="slides/slide903.xml"/><Relationship Id="rId910" Type="http://schemas.openxmlformats.org/officeDocument/2006/relationships/slide" Target="slides/slide904.xml"/><Relationship Id="rId911" Type="http://schemas.openxmlformats.org/officeDocument/2006/relationships/slide" Target="slides/slide905.xml"/><Relationship Id="rId912" Type="http://schemas.openxmlformats.org/officeDocument/2006/relationships/slide" Target="slides/slide906.xml"/><Relationship Id="rId913" Type="http://schemas.openxmlformats.org/officeDocument/2006/relationships/slide" Target="slides/slide907.xml"/><Relationship Id="rId914" Type="http://schemas.openxmlformats.org/officeDocument/2006/relationships/slide" Target="slides/slide908.xml"/><Relationship Id="rId915" Type="http://schemas.openxmlformats.org/officeDocument/2006/relationships/slide" Target="slides/slide909.xml"/><Relationship Id="rId916" Type="http://schemas.openxmlformats.org/officeDocument/2006/relationships/slide" Target="slides/slide910.xml"/><Relationship Id="rId917" Type="http://schemas.openxmlformats.org/officeDocument/2006/relationships/slide" Target="slides/slide911.xml"/><Relationship Id="rId918" Type="http://schemas.openxmlformats.org/officeDocument/2006/relationships/slide" Target="slides/slide912.xml"/><Relationship Id="rId919" Type="http://schemas.openxmlformats.org/officeDocument/2006/relationships/slide" Target="slides/slide913.xml"/><Relationship Id="rId920" Type="http://schemas.openxmlformats.org/officeDocument/2006/relationships/slide" Target="slides/slide914.xml"/><Relationship Id="rId921" Type="http://schemas.openxmlformats.org/officeDocument/2006/relationships/slide" Target="slides/slide915.xml"/><Relationship Id="rId922" Type="http://schemas.openxmlformats.org/officeDocument/2006/relationships/slide" Target="slides/slide916.xml"/><Relationship Id="rId923" Type="http://schemas.openxmlformats.org/officeDocument/2006/relationships/slide" Target="slides/slide917.xml"/><Relationship Id="rId924" Type="http://schemas.openxmlformats.org/officeDocument/2006/relationships/slide" Target="slides/slide918.xml"/><Relationship Id="rId925" Type="http://schemas.openxmlformats.org/officeDocument/2006/relationships/slide" Target="slides/slide919.xml"/><Relationship Id="rId926" Type="http://schemas.openxmlformats.org/officeDocument/2006/relationships/slide" Target="slides/slide920.xml"/><Relationship Id="rId927" Type="http://schemas.openxmlformats.org/officeDocument/2006/relationships/slide" Target="slides/slide921.xml"/><Relationship Id="rId928" Type="http://schemas.openxmlformats.org/officeDocument/2006/relationships/slide" Target="slides/slide922.xml"/><Relationship Id="rId929" Type="http://schemas.openxmlformats.org/officeDocument/2006/relationships/slide" Target="slides/slide923.xml"/><Relationship Id="rId930" Type="http://schemas.openxmlformats.org/officeDocument/2006/relationships/slide" Target="slides/slide924.xml"/><Relationship Id="rId931" Type="http://schemas.openxmlformats.org/officeDocument/2006/relationships/slide" Target="slides/slide925.xml"/><Relationship Id="rId932" Type="http://schemas.openxmlformats.org/officeDocument/2006/relationships/slide" Target="slides/slide926.xml"/><Relationship Id="rId933" Type="http://schemas.openxmlformats.org/officeDocument/2006/relationships/slide" Target="slides/slide927.xml"/><Relationship Id="rId934" Type="http://schemas.openxmlformats.org/officeDocument/2006/relationships/slide" Target="slides/slide928.xml"/><Relationship Id="rId935" Type="http://schemas.openxmlformats.org/officeDocument/2006/relationships/slide" Target="slides/slide929.xml"/><Relationship Id="rId936" Type="http://schemas.openxmlformats.org/officeDocument/2006/relationships/slide" Target="slides/slide930.xml"/><Relationship Id="rId937" Type="http://schemas.openxmlformats.org/officeDocument/2006/relationships/slide" Target="slides/slide931.xml"/><Relationship Id="rId938" Type="http://schemas.openxmlformats.org/officeDocument/2006/relationships/slide" Target="slides/slide932.xml"/><Relationship Id="rId939" Type="http://schemas.openxmlformats.org/officeDocument/2006/relationships/slide" Target="slides/slide933.xml"/><Relationship Id="rId940" Type="http://schemas.openxmlformats.org/officeDocument/2006/relationships/slide" Target="slides/slide934.xml"/><Relationship Id="rId941" Type="http://schemas.openxmlformats.org/officeDocument/2006/relationships/slide" Target="slides/slide935.xml"/><Relationship Id="rId942" Type="http://schemas.openxmlformats.org/officeDocument/2006/relationships/slide" Target="slides/slide936.xml"/><Relationship Id="rId943" Type="http://schemas.openxmlformats.org/officeDocument/2006/relationships/slide" Target="slides/slide937.xml"/><Relationship Id="rId944" Type="http://schemas.openxmlformats.org/officeDocument/2006/relationships/slide" Target="slides/slide938.xml"/><Relationship Id="rId945" Type="http://schemas.openxmlformats.org/officeDocument/2006/relationships/slide" Target="slides/slide939.xml"/><Relationship Id="rId946" Type="http://schemas.openxmlformats.org/officeDocument/2006/relationships/slide" Target="slides/slide940.xml"/><Relationship Id="rId947" Type="http://schemas.openxmlformats.org/officeDocument/2006/relationships/slide" Target="slides/slide941.xml"/><Relationship Id="rId948" Type="http://schemas.openxmlformats.org/officeDocument/2006/relationships/slide" Target="slides/slide942.xml"/><Relationship Id="rId949" Type="http://schemas.openxmlformats.org/officeDocument/2006/relationships/slide" Target="slides/slide943.xml"/><Relationship Id="rId950" Type="http://schemas.openxmlformats.org/officeDocument/2006/relationships/slide" Target="slides/slide944.xml"/><Relationship Id="rId951" Type="http://schemas.openxmlformats.org/officeDocument/2006/relationships/slide" Target="slides/slide945.xml"/><Relationship Id="rId952" Type="http://schemas.openxmlformats.org/officeDocument/2006/relationships/slide" Target="slides/slide946.xml"/><Relationship Id="rId953" Type="http://schemas.openxmlformats.org/officeDocument/2006/relationships/slide" Target="slides/slide947.xml"/><Relationship Id="rId954" Type="http://schemas.openxmlformats.org/officeDocument/2006/relationships/slide" Target="slides/slide948.xml"/><Relationship Id="rId955" Type="http://schemas.openxmlformats.org/officeDocument/2006/relationships/slide" Target="slides/slide949.xml"/><Relationship Id="rId956" Type="http://schemas.openxmlformats.org/officeDocument/2006/relationships/slide" Target="slides/slide950.xml"/><Relationship Id="rId957" Type="http://schemas.openxmlformats.org/officeDocument/2006/relationships/slide" Target="slides/slide951.xml"/><Relationship Id="rId958" Type="http://schemas.openxmlformats.org/officeDocument/2006/relationships/slide" Target="slides/slide952.xml"/><Relationship Id="rId959" Type="http://schemas.openxmlformats.org/officeDocument/2006/relationships/slide" Target="slides/slide953.xml"/><Relationship Id="rId960" Type="http://schemas.openxmlformats.org/officeDocument/2006/relationships/slide" Target="slides/slide954.xml"/><Relationship Id="rId961" Type="http://schemas.openxmlformats.org/officeDocument/2006/relationships/slide" Target="slides/slide955.xml"/><Relationship Id="rId962" Type="http://schemas.openxmlformats.org/officeDocument/2006/relationships/slide" Target="slides/slide956.xml"/><Relationship Id="rId963" Type="http://schemas.openxmlformats.org/officeDocument/2006/relationships/slide" Target="slides/slide957.xml"/><Relationship Id="rId964" Type="http://schemas.openxmlformats.org/officeDocument/2006/relationships/slide" Target="slides/slide958.xml"/><Relationship Id="rId965" Type="http://schemas.openxmlformats.org/officeDocument/2006/relationships/slide" Target="slides/slide959.xml"/><Relationship Id="rId966" Type="http://schemas.openxmlformats.org/officeDocument/2006/relationships/slide" Target="slides/slide960.xml"/><Relationship Id="rId967" Type="http://schemas.openxmlformats.org/officeDocument/2006/relationships/slide" Target="slides/slide961.xml"/><Relationship Id="rId968" Type="http://schemas.openxmlformats.org/officeDocument/2006/relationships/slide" Target="slides/slide962.xml"/><Relationship Id="rId969" Type="http://schemas.openxmlformats.org/officeDocument/2006/relationships/slide" Target="slides/slide963.xml"/><Relationship Id="rId970" Type="http://schemas.openxmlformats.org/officeDocument/2006/relationships/slide" Target="slides/slide964.xml"/><Relationship Id="rId971" Type="http://schemas.openxmlformats.org/officeDocument/2006/relationships/slide" Target="slides/slide965.xml"/><Relationship Id="rId972" Type="http://schemas.openxmlformats.org/officeDocument/2006/relationships/slide" Target="slides/slide966.xml"/><Relationship Id="rId973" Type="http://schemas.openxmlformats.org/officeDocument/2006/relationships/slide" Target="slides/slide967.xml"/><Relationship Id="rId974" Type="http://schemas.openxmlformats.org/officeDocument/2006/relationships/slide" Target="slides/slide968.xml"/><Relationship Id="rId975" Type="http://schemas.openxmlformats.org/officeDocument/2006/relationships/slide" Target="slides/slide969.xml"/><Relationship Id="rId976" Type="http://schemas.openxmlformats.org/officeDocument/2006/relationships/slide" Target="slides/slide970.xml"/><Relationship Id="rId977" Type="http://schemas.openxmlformats.org/officeDocument/2006/relationships/slide" Target="slides/slide971.xml"/><Relationship Id="rId978" Type="http://schemas.openxmlformats.org/officeDocument/2006/relationships/slide" Target="slides/slide972.xml"/><Relationship Id="rId979" Type="http://schemas.openxmlformats.org/officeDocument/2006/relationships/slide" Target="slides/slide973.xml"/><Relationship Id="rId980" Type="http://schemas.openxmlformats.org/officeDocument/2006/relationships/slide" Target="slides/slide974.xml"/><Relationship Id="rId981" Type="http://schemas.openxmlformats.org/officeDocument/2006/relationships/slide" Target="slides/slide975.xml"/><Relationship Id="rId982" Type="http://schemas.openxmlformats.org/officeDocument/2006/relationships/slide" Target="slides/slide976.xml"/><Relationship Id="rId983" Type="http://schemas.openxmlformats.org/officeDocument/2006/relationships/slide" Target="slides/slide977.xml"/><Relationship Id="rId984" Type="http://schemas.openxmlformats.org/officeDocument/2006/relationships/slide" Target="slides/slide978.xml"/><Relationship Id="rId985" Type="http://schemas.openxmlformats.org/officeDocument/2006/relationships/slide" Target="slides/slide979.xml"/><Relationship Id="rId986" Type="http://schemas.openxmlformats.org/officeDocument/2006/relationships/slide" Target="slides/slide980.xml"/><Relationship Id="rId987" Type="http://schemas.openxmlformats.org/officeDocument/2006/relationships/slide" Target="slides/slide981.xml"/><Relationship Id="rId988" Type="http://schemas.openxmlformats.org/officeDocument/2006/relationships/slide" Target="slides/slide982.xml"/><Relationship Id="rId989" Type="http://schemas.openxmlformats.org/officeDocument/2006/relationships/slide" Target="slides/slide983.xml"/><Relationship Id="rId990" Type="http://schemas.openxmlformats.org/officeDocument/2006/relationships/slide" Target="slides/slide984.xml"/><Relationship Id="rId991" Type="http://schemas.openxmlformats.org/officeDocument/2006/relationships/slide" Target="slides/slide985.xml"/><Relationship Id="rId992" Type="http://schemas.openxmlformats.org/officeDocument/2006/relationships/slide" Target="slides/slide986.xml"/><Relationship Id="rId993" Type="http://schemas.openxmlformats.org/officeDocument/2006/relationships/slide" Target="slides/slide987.xml"/><Relationship Id="rId994" Type="http://schemas.openxmlformats.org/officeDocument/2006/relationships/slide" Target="slides/slide988.xml"/><Relationship Id="rId995" Type="http://schemas.openxmlformats.org/officeDocument/2006/relationships/slide" Target="slides/slide989.xml"/><Relationship Id="rId996" Type="http://schemas.openxmlformats.org/officeDocument/2006/relationships/slide" Target="slides/slide990.xml"/><Relationship Id="rId997" Type="http://schemas.openxmlformats.org/officeDocument/2006/relationships/slide" Target="slides/slide991.xml"/><Relationship Id="rId998" Type="http://schemas.openxmlformats.org/officeDocument/2006/relationships/slide" Target="slides/slide992.xml"/><Relationship Id="rId999" Type="http://schemas.openxmlformats.org/officeDocument/2006/relationships/slide" Target="slides/slide993.xml"/><Relationship Id="rId1000" Type="http://schemas.openxmlformats.org/officeDocument/2006/relationships/slide" Target="slides/slide994.xml"/><Relationship Id="rId1001" Type="http://schemas.openxmlformats.org/officeDocument/2006/relationships/slide" Target="slides/slide995.xml"/><Relationship Id="rId1002" Type="http://schemas.openxmlformats.org/officeDocument/2006/relationships/slide" Target="slides/slide996.xml"/><Relationship Id="rId1003" Type="http://schemas.openxmlformats.org/officeDocument/2006/relationships/slide" Target="slides/slide997.xml"/><Relationship Id="rId1004" Type="http://schemas.openxmlformats.org/officeDocument/2006/relationships/slide" Target="slides/slide998.xml"/><Relationship Id="rId1005" Type="http://schemas.openxmlformats.org/officeDocument/2006/relationships/slide" Target="slides/slide999.xml"/><Relationship Id="rId1006" Type="http://schemas.openxmlformats.org/officeDocument/2006/relationships/slide" Target="slides/slide1000.xml"/><Relationship Id="rId1007" Type="http://schemas.openxmlformats.org/officeDocument/2006/relationships/slide" Target="slides/slide1001.xml"/><Relationship Id="rId1008" Type="http://schemas.openxmlformats.org/officeDocument/2006/relationships/slide" Target="slides/slide1002.xml"/><Relationship Id="rId1009" Type="http://schemas.openxmlformats.org/officeDocument/2006/relationships/slide" Target="slides/slide1003.xml"/><Relationship Id="rId1010" Type="http://schemas.openxmlformats.org/officeDocument/2006/relationships/slide" Target="slides/slide1004.xml"/><Relationship Id="rId1011" Type="http://schemas.openxmlformats.org/officeDocument/2006/relationships/slide" Target="slides/slide1005.xml"/><Relationship Id="rId1012" Type="http://schemas.openxmlformats.org/officeDocument/2006/relationships/slide" Target="slides/slide1006.xml"/><Relationship Id="rId1013" Type="http://schemas.openxmlformats.org/officeDocument/2006/relationships/slide" Target="slides/slide1007.xml"/><Relationship Id="rId1014" Type="http://schemas.openxmlformats.org/officeDocument/2006/relationships/slide" Target="slides/slide1008.xml"/><Relationship Id="rId1015" Type="http://schemas.openxmlformats.org/officeDocument/2006/relationships/slide" Target="slides/slide1009.xml"/><Relationship Id="rId1016" Type="http://schemas.openxmlformats.org/officeDocument/2006/relationships/slide" Target="slides/slide1010.xml"/><Relationship Id="rId1017" Type="http://schemas.openxmlformats.org/officeDocument/2006/relationships/slide" Target="slides/slide1011.xml"/><Relationship Id="rId1018" Type="http://schemas.openxmlformats.org/officeDocument/2006/relationships/slide" Target="slides/slide1012.xml"/><Relationship Id="rId1019" Type="http://schemas.openxmlformats.org/officeDocument/2006/relationships/slide" Target="slides/slide1013.xml"/><Relationship Id="rId1020" Type="http://schemas.openxmlformats.org/officeDocument/2006/relationships/slide" Target="slides/slide1014.xml"/><Relationship Id="rId1021" Type="http://schemas.openxmlformats.org/officeDocument/2006/relationships/slide" Target="slides/slide1015.xml"/><Relationship Id="rId1022" Type="http://schemas.openxmlformats.org/officeDocument/2006/relationships/slide" Target="slides/slide1016.xml"/><Relationship Id="rId1023" Type="http://schemas.openxmlformats.org/officeDocument/2006/relationships/slide" Target="slides/slide1017.xml"/><Relationship Id="rId1024" Type="http://schemas.openxmlformats.org/officeDocument/2006/relationships/slide" Target="slides/slide1018.xml"/><Relationship Id="rId1025" Type="http://schemas.openxmlformats.org/officeDocument/2006/relationships/slide" Target="slides/slide1019.xml"/><Relationship Id="rId1026" Type="http://schemas.openxmlformats.org/officeDocument/2006/relationships/slide" Target="slides/slide1020.xml"/><Relationship Id="rId1027" Type="http://schemas.openxmlformats.org/officeDocument/2006/relationships/slide" Target="slides/slide1021.xml"/><Relationship Id="rId1028" Type="http://schemas.openxmlformats.org/officeDocument/2006/relationships/slide" Target="slides/slide1022.xml"/><Relationship Id="rId1029" Type="http://schemas.openxmlformats.org/officeDocument/2006/relationships/slide" Target="slides/slide1023.xml"/><Relationship Id="rId1030" Type="http://schemas.openxmlformats.org/officeDocument/2006/relationships/slide" Target="slides/slide1024.xml"/><Relationship Id="rId1031" Type="http://schemas.openxmlformats.org/officeDocument/2006/relationships/slide" Target="slides/slide1025.xml"/><Relationship Id="rId1032" Type="http://schemas.openxmlformats.org/officeDocument/2006/relationships/slide" Target="slides/slide1026.xml"/><Relationship Id="rId1033" Type="http://schemas.openxmlformats.org/officeDocument/2006/relationships/slide" Target="slides/slide1027.xml"/><Relationship Id="rId1034" Type="http://schemas.openxmlformats.org/officeDocument/2006/relationships/slide" Target="slides/slide1028.xml"/><Relationship Id="rId1035" Type="http://schemas.openxmlformats.org/officeDocument/2006/relationships/slide" Target="slides/slide1029.xml"/><Relationship Id="rId1036" Type="http://schemas.openxmlformats.org/officeDocument/2006/relationships/slide" Target="slides/slide1030.xml"/><Relationship Id="rId1037" Type="http://schemas.openxmlformats.org/officeDocument/2006/relationships/slide" Target="slides/slide1031.xml"/><Relationship Id="rId1038" Type="http://schemas.openxmlformats.org/officeDocument/2006/relationships/slide" Target="slides/slide1032.xml"/><Relationship Id="rId1039" Type="http://schemas.openxmlformats.org/officeDocument/2006/relationships/slide" Target="slides/slide1033.xml"/><Relationship Id="rId1040" Type="http://schemas.openxmlformats.org/officeDocument/2006/relationships/slide" Target="slides/slide1034.xml"/><Relationship Id="rId1041" Type="http://schemas.openxmlformats.org/officeDocument/2006/relationships/slide" Target="slides/slide1035.xml"/><Relationship Id="rId1042" Type="http://schemas.openxmlformats.org/officeDocument/2006/relationships/slide" Target="slides/slide1036.xml"/><Relationship Id="rId1043" Type="http://schemas.openxmlformats.org/officeDocument/2006/relationships/slide" Target="slides/slide1037.xml"/><Relationship Id="rId1044" Type="http://schemas.openxmlformats.org/officeDocument/2006/relationships/slide" Target="slides/slide1038.xml"/><Relationship Id="rId1045" Type="http://schemas.openxmlformats.org/officeDocument/2006/relationships/slide" Target="slides/slide1039.xml"/><Relationship Id="rId1046" Type="http://schemas.openxmlformats.org/officeDocument/2006/relationships/slide" Target="slides/slide1040.xml"/><Relationship Id="rId1047" Type="http://schemas.openxmlformats.org/officeDocument/2006/relationships/slide" Target="slides/slide1041.xml"/><Relationship Id="rId1048" Type="http://schemas.openxmlformats.org/officeDocument/2006/relationships/slide" Target="slides/slide1042.xml"/><Relationship Id="rId1049" Type="http://schemas.openxmlformats.org/officeDocument/2006/relationships/slide" Target="slides/slide1043.xml"/><Relationship Id="rId1050" Type="http://schemas.openxmlformats.org/officeDocument/2006/relationships/slide" Target="slides/slide1044.xml"/><Relationship Id="rId1051" Type="http://schemas.openxmlformats.org/officeDocument/2006/relationships/slide" Target="slides/slide1045.xml"/><Relationship Id="rId1052" Type="http://schemas.openxmlformats.org/officeDocument/2006/relationships/slide" Target="slides/slide1046.xml"/><Relationship Id="rId1053" Type="http://schemas.openxmlformats.org/officeDocument/2006/relationships/slide" Target="slides/slide1047.xml"/><Relationship Id="rId1054" Type="http://schemas.openxmlformats.org/officeDocument/2006/relationships/slide" Target="slides/slide1048.xml"/><Relationship Id="rId1055" Type="http://schemas.openxmlformats.org/officeDocument/2006/relationships/slide" Target="slides/slide1049.xml"/><Relationship Id="rId1056" Type="http://schemas.openxmlformats.org/officeDocument/2006/relationships/slide" Target="slides/slide1050.xml"/><Relationship Id="rId1057" Type="http://schemas.openxmlformats.org/officeDocument/2006/relationships/slide" Target="slides/slide1051.xml"/><Relationship Id="rId1058" Type="http://schemas.openxmlformats.org/officeDocument/2006/relationships/slide" Target="slides/slide1052.xml"/><Relationship Id="rId1059" Type="http://schemas.openxmlformats.org/officeDocument/2006/relationships/slide" Target="slides/slide1053.xml"/><Relationship Id="rId1060" Type="http://schemas.openxmlformats.org/officeDocument/2006/relationships/slide" Target="slides/slide1054.xml"/><Relationship Id="rId1061" Type="http://schemas.openxmlformats.org/officeDocument/2006/relationships/slide" Target="slides/slide1055.xml"/><Relationship Id="rId1062" Type="http://schemas.openxmlformats.org/officeDocument/2006/relationships/slide" Target="slides/slide1056.xml"/><Relationship Id="rId1063" Type="http://schemas.openxmlformats.org/officeDocument/2006/relationships/slide" Target="slides/slide1057.xml"/><Relationship Id="rId1064" Type="http://schemas.openxmlformats.org/officeDocument/2006/relationships/slide" Target="slides/slide1058.xml"/><Relationship Id="rId1065" Type="http://schemas.openxmlformats.org/officeDocument/2006/relationships/slide" Target="slides/slide1059.xml"/><Relationship Id="rId1066" Type="http://schemas.openxmlformats.org/officeDocument/2006/relationships/slide" Target="slides/slide1060.xml"/><Relationship Id="rId1067" Type="http://schemas.openxmlformats.org/officeDocument/2006/relationships/slide" Target="slides/slide1061.xml"/><Relationship Id="rId1068" Type="http://schemas.openxmlformats.org/officeDocument/2006/relationships/slide" Target="slides/slide1062.xml"/><Relationship Id="rId1069" Type="http://schemas.openxmlformats.org/officeDocument/2006/relationships/slide" Target="slides/slide1063.xml"/><Relationship Id="rId1070" Type="http://schemas.openxmlformats.org/officeDocument/2006/relationships/slide" Target="slides/slide1064.xml"/><Relationship Id="rId1071" Type="http://schemas.openxmlformats.org/officeDocument/2006/relationships/slide" Target="slides/slide1065.xml"/><Relationship Id="rId1072" Type="http://schemas.openxmlformats.org/officeDocument/2006/relationships/slide" Target="slides/slide1066.xml"/><Relationship Id="rId1073" Type="http://schemas.openxmlformats.org/officeDocument/2006/relationships/slide" Target="slides/slide1067.xml"/><Relationship Id="rId1074" Type="http://schemas.openxmlformats.org/officeDocument/2006/relationships/slide" Target="slides/slide1068.xml"/><Relationship Id="rId1075" Type="http://schemas.openxmlformats.org/officeDocument/2006/relationships/slide" Target="slides/slide1069.xml"/><Relationship Id="rId1076" Type="http://schemas.openxmlformats.org/officeDocument/2006/relationships/slide" Target="slides/slide1070.xml"/><Relationship Id="rId1077" Type="http://schemas.openxmlformats.org/officeDocument/2006/relationships/slide" Target="slides/slide1071.xml"/><Relationship Id="rId1078" Type="http://schemas.openxmlformats.org/officeDocument/2006/relationships/slide" Target="slides/slide1072.xml"/><Relationship Id="rId1079" Type="http://schemas.openxmlformats.org/officeDocument/2006/relationships/slide" Target="slides/slide1073.xml"/><Relationship Id="rId1080" Type="http://schemas.openxmlformats.org/officeDocument/2006/relationships/slide" Target="slides/slide1074.xml"/><Relationship Id="rId1081" Type="http://schemas.openxmlformats.org/officeDocument/2006/relationships/slide" Target="slides/slide1075.xml"/><Relationship Id="rId1082" Type="http://schemas.openxmlformats.org/officeDocument/2006/relationships/slide" Target="slides/slide1076.xml"/><Relationship Id="rId1083" Type="http://schemas.openxmlformats.org/officeDocument/2006/relationships/slide" Target="slides/slide1077.xml"/><Relationship Id="rId1084" Type="http://schemas.openxmlformats.org/officeDocument/2006/relationships/slide" Target="slides/slide1078.xml"/><Relationship Id="rId1085" Type="http://schemas.openxmlformats.org/officeDocument/2006/relationships/slide" Target="slides/slide1079.xml"/><Relationship Id="rId1086" Type="http://schemas.openxmlformats.org/officeDocument/2006/relationships/slide" Target="slides/slide1080.xml"/><Relationship Id="rId1087" Type="http://schemas.openxmlformats.org/officeDocument/2006/relationships/slide" Target="slides/slide1081.xml"/><Relationship Id="rId1088" Type="http://schemas.openxmlformats.org/officeDocument/2006/relationships/slide" Target="slides/slide1082.xml"/><Relationship Id="rId1089" Type="http://schemas.openxmlformats.org/officeDocument/2006/relationships/slide" Target="slides/slide1083.xml"/><Relationship Id="rId1090" Type="http://schemas.openxmlformats.org/officeDocument/2006/relationships/slide" Target="slides/slide1084.xml"/><Relationship Id="rId1091" Type="http://schemas.openxmlformats.org/officeDocument/2006/relationships/slide" Target="slides/slide1085.xml"/><Relationship Id="rId1092" Type="http://schemas.openxmlformats.org/officeDocument/2006/relationships/slide" Target="slides/slide1086.xml"/><Relationship Id="rId1093" Type="http://schemas.openxmlformats.org/officeDocument/2006/relationships/slide" Target="slides/slide1087.xml"/><Relationship Id="rId1094" Type="http://schemas.openxmlformats.org/officeDocument/2006/relationships/slide" Target="slides/slide1088.xml"/><Relationship Id="rId1095" Type="http://schemas.openxmlformats.org/officeDocument/2006/relationships/slide" Target="slides/slide1089.xml"/><Relationship Id="rId1096" Type="http://schemas.openxmlformats.org/officeDocument/2006/relationships/slide" Target="slides/slide1090.xml"/><Relationship Id="rId1097" Type="http://schemas.openxmlformats.org/officeDocument/2006/relationships/slide" Target="slides/slide1091.xml"/><Relationship Id="rId1098" Type="http://schemas.openxmlformats.org/officeDocument/2006/relationships/slide" Target="slides/slide1092.xml"/><Relationship Id="rId1099" Type="http://schemas.openxmlformats.org/officeDocument/2006/relationships/slide" Target="slides/slide1093.xml"/><Relationship Id="rId1100" Type="http://schemas.openxmlformats.org/officeDocument/2006/relationships/slide" Target="slides/slide1094.xml"/><Relationship Id="rId1101" Type="http://schemas.openxmlformats.org/officeDocument/2006/relationships/slide" Target="slides/slide1095.xml"/><Relationship Id="rId1102" Type="http://schemas.openxmlformats.org/officeDocument/2006/relationships/slide" Target="slides/slide1096.xml"/><Relationship Id="rId1103" Type="http://schemas.openxmlformats.org/officeDocument/2006/relationships/slide" Target="slides/slide1097.xml"/><Relationship Id="rId1104" Type="http://schemas.openxmlformats.org/officeDocument/2006/relationships/slide" Target="slides/slide1098.xml"/><Relationship Id="rId1105" Type="http://schemas.openxmlformats.org/officeDocument/2006/relationships/slide" Target="slides/slide1099.xml"/><Relationship Id="rId1106" Type="http://schemas.openxmlformats.org/officeDocument/2006/relationships/slide" Target="slides/slide1100.xml"/><Relationship Id="rId1107" Type="http://schemas.openxmlformats.org/officeDocument/2006/relationships/slide" Target="slides/slide1101.xml"/><Relationship Id="rId1108" Type="http://schemas.openxmlformats.org/officeDocument/2006/relationships/slide" Target="slides/slide1102.xml"/><Relationship Id="rId1109" Type="http://schemas.openxmlformats.org/officeDocument/2006/relationships/slide" Target="slides/slide1103.xml"/><Relationship Id="rId1110" Type="http://schemas.openxmlformats.org/officeDocument/2006/relationships/slide" Target="slides/slide1104.xml"/><Relationship Id="rId1111" Type="http://schemas.openxmlformats.org/officeDocument/2006/relationships/slide" Target="slides/slide1105.xml"/><Relationship Id="rId1112" Type="http://schemas.openxmlformats.org/officeDocument/2006/relationships/slide" Target="slides/slide1106.xml"/><Relationship Id="rId1113" Type="http://schemas.openxmlformats.org/officeDocument/2006/relationships/slide" Target="slides/slide1107.xml"/><Relationship Id="rId1114" Type="http://schemas.openxmlformats.org/officeDocument/2006/relationships/slide" Target="slides/slide1108.xml"/><Relationship Id="rId1115" Type="http://schemas.openxmlformats.org/officeDocument/2006/relationships/slide" Target="slides/slide1109.xml"/><Relationship Id="rId1116" Type="http://schemas.openxmlformats.org/officeDocument/2006/relationships/slide" Target="slides/slide1110.xml"/><Relationship Id="rId1117" Type="http://schemas.openxmlformats.org/officeDocument/2006/relationships/slide" Target="slides/slide1111.xml"/><Relationship Id="rId1118" Type="http://schemas.openxmlformats.org/officeDocument/2006/relationships/slide" Target="slides/slide1112.xml"/><Relationship Id="rId1119" Type="http://schemas.openxmlformats.org/officeDocument/2006/relationships/slide" Target="slides/slide1113.xml"/><Relationship Id="rId1120" Type="http://schemas.openxmlformats.org/officeDocument/2006/relationships/slide" Target="slides/slide1114.xml"/><Relationship Id="rId1121" Type="http://schemas.openxmlformats.org/officeDocument/2006/relationships/slide" Target="slides/slide1115.xml"/><Relationship Id="rId1122" Type="http://schemas.openxmlformats.org/officeDocument/2006/relationships/slide" Target="slides/slide1116.xml"/><Relationship Id="rId1123" Type="http://schemas.openxmlformats.org/officeDocument/2006/relationships/slide" Target="slides/slide1117.xml"/><Relationship Id="rId1124" Type="http://schemas.openxmlformats.org/officeDocument/2006/relationships/slide" Target="slides/slide1118.xml"/><Relationship Id="rId1125" Type="http://schemas.openxmlformats.org/officeDocument/2006/relationships/slide" Target="slides/slide1119.xml"/><Relationship Id="rId1126" Type="http://schemas.openxmlformats.org/officeDocument/2006/relationships/slide" Target="slides/slide1120.xml"/><Relationship Id="rId1127" Type="http://schemas.openxmlformats.org/officeDocument/2006/relationships/slide" Target="slides/slide1121.xml"/><Relationship Id="rId1128" Type="http://schemas.openxmlformats.org/officeDocument/2006/relationships/slide" Target="slides/slide1122.xml"/><Relationship Id="rId1129" Type="http://schemas.openxmlformats.org/officeDocument/2006/relationships/slide" Target="slides/slide1123.xml"/><Relationship Id="rId1130" Type="http://schemas.openxmlformats.org/officeDocument/2006/relationships/slide" Target="slides/slide1124.xml"/><Relationship Id="rId1131" Type="http://schemas.openxmlformats.org/officeDocument/2006/relationships/slide" Target="slides/slide1125.xml"/><Relationship Id="rId1132" Type="http://schemas.openxmlformats.org/officeDocument/2006/relationships/slide" Target="slides/slide1126.xml"/><Relationship Id="rId1133" Type="http://schemas.openxmlformats.org/officeDocument/2006/relationships/slide" Target="slides/slide1127.xml"/><Relationship Id="rId1134" Type="http://schemas.openxmlformats.org/officeDocument/2006/relationships/slide" Target="slides/slide1128.xml"/><Relationship Id="rId1135" Type="http://schemas.openxmlformats.org/officeDocument/2006/relationships/slide" Target="slides/slide1129.xml"/><Relationship Id="rId1136" Type="http://schemas.openxmlformats.org/officeDocument/2006/relationships/slide" Target="slides/slide1130.xml"/><Relationship Id="rId1137" Type="http://schemas.openxmlformats.org/officeDocument/2006/relationships/slide" Target="slides/slide1131.xml"/><Relationship Id="rId1138" Type="http://schemas.openxmlformats.org/officeDocument/2006/relationships/slide" Target="slides/slide1132.xml"/><Relationship Id="rId1139" Type="http://schemas.openxmlformats.org/officeDocument/2006/relationships/slide" Target="slides/slide1133.xml"/><Relationship Id="rId1140" Type="http://schemas.openxmlformats.org/officeDocument/2006/relationships/slide" Target="slides/slide1134.xml"/><Relationship Id="rId1141" Type="http://schemas.openxmlformats.org/officeDocument/2006/relationships/slide" Target="slides/slide1135.xml"/><Relationship Id="rId1142" Type="http://schemas.openxmlformats.org/officeDocument/2006/relationships/slide" Target="slides/slide1136.xml"/><Relationship Id="rId1143" Type="http://schemas.openxmlformats.org/officeDocument/2006/relationships/slide" Target="slides/slide1137.xml"/><Relationship Id="rId1144" Type="http://schemas.openxmlformats.org/officeDocument/2006/relationships/slide" Target="slides/slide1138.xml"/><Relationship Id="rId1145" Type="http://schemas.openxmlformats.org/officeDocument/2006/relationships/slide" Target="slides/slide1139.xml"/><Relationship Id="rId1146" Type="http://schemas.openxmlformats.org/officeDocument/2006/relationships/slide" Target="slides/slide1140.xml"/><Relationship Id="rId1147" Type="http://schemas.openxmlformats.org/officeDocument/2006/relationships/slide" Target="slides/slide1141.xml"/><Relationship Id="rId1148" Type="http://schemas.openxmlformats.org/officeDocument/2006/relationships/slide" Target="slides/slide1142.xml"/><Relationship Id="rId1149" Type="http://schemas.openxmlformats.org/officeDocument/2006/relationships/slide" Target="slides/slide1143.xml"/><Relationship Id="rId1150" Type="http://schemas.openxmlformats.org/officeDocument/2006/relationships/slide" Target="slides/slide1144.xml"/><Relationship Id="rId1151" Type="http://schemas.openxmlformats.org/officeDocument/2006/relationships/slide" Target="slides/slide1145.xml"/><Relationship Id="rId1152" Type="http://schemas.openxmlformats.org/officeDocument/2006/relationships/slide" Target="slides/slide1146.xml"/><Relationship Id="rId1153" Type="http://schemas.openxmlformats.org/officeDocument/2006/relationships/slide" Target="slides/slide1147.xml"/><Relationship Id="rId1154" Type="http://schemas.openxmlformats.org/officeDocument/2006/relationships/slide" Target="slides/slide1148.xml"/><Relationship Id="rId1155" Type="http://schemas.openxmlformats.org/officeDocument/2006/relationships/slide" Target="slides/slide1149.xml"/><Relationship Id="rId1156" Type="http://schemas.openxmlformats.org/officeDocument/2006/relationships/slide" Target="slides/slide1150.xml"/><Relationship Id="rId1157" Type="http://schemas.openxmlformats.org/officeDocument/2006/relationships/slide" Target="slides/slide1151.xml"/><Relationship Id="rId1158" Type="http://schemas.openxmlformats.org/officeDocument/2006/relationships/slide" Target="slides/slide1152.xml"/><Relationship Id="rId1159" Type="http://schemas.openxmlformats.org/officeDocument/2006/relationships/slide" Target="slides/slide1153.xml"/><Relationship Id="rId1160" Type="http://schemas.openxmlformats.org/officeDocument/2006/relationships/slide" Target="slides/slide1154.xml"/><Relationship Id="rId1161" Type="http://schemas.openxmlformats.org/officeDocument/2006/relationships/slide" Target="slides/slide1155.xml"/><Relationship Id="rId1162" Type="http://schemas.openxmlformats.org/officeDocument/2006/relationships/slide" Target="slides/slide1156.xml"/><Relationship Id="rId1163" Type="http://schemas.openxmlformats.org/officeDocument/2006/relationships/slide" Target="slides/slide1157.xml"/><Relationship Id="rId1164" Type="http://schemas.openxmlformats.org/officeDocument/2006/relationships/slide" Target="slides/slide1158.xml"/><Relationship Id="rId1165" Type="http://schemas.openxmlformats.org/officeDocument/2006/relationships/slide" Target="slides/slide1159.xml"/><Relationship Id="rId1166" Type="http://schemas.openxmlformats.org/officeDocument/2006/relationships/slide" Target="slides/slide1160.xml"/><Relationship Id="rId1167" Type="http://schemas.openxmlformats.org/officeDocument/2006/relationships/slide" Target="slides/slide1161.xml"/><Relationship Id="rId1168" Type="http://schemas.openxmlformats.org/officeDocument/2006/relationships/slide" Target="slides/slide1162.xml"/><Relationship Id="rId1169" Type="http://schemas.openxmlformats.org/officeDocument/2006/relationships/slide" Target="slides/slide1163.xml"/><Relationship Id="rId1170" Type="http://schemas.openxmlformats.org/officeDocument/2006/relationships/slide" Target="slides/slide1164.xml"/><Relationship Id="rId1171" Type="http://schemas.openxmlformats.org/officeDocument/2006/relationships/slide" Target="slides/slide1165.xml"/><Relationship Id="rId1172" Type="http://schemas.openxmlformats.org/officeDocument/2006/relationships/slide" Target="slides/slide1166.xml"/><Relationship Id="rId1173" Type="http://schemas.openxmlformats.org/officeDocument/2006/relationships/slide" Target="slides/slide1167.xml"/><Relationship Id="rId1174" Type="http://schemas.openxmlformats.org/officeDocument/2006/relationships/slide" Target="slides/slide1168.xml"/><Relationship Id="rId1175" Type="http://schemas.openxmlformats.org/officeDocument/2006/relationships/slide" Target="slides/slide1169.xml"/><Relationship Id="rId1176" Type="http://schemas.openxmlformats.org/officeDocument/2006/relationships/slide" Target="slides/slide1170.xml"/><Relationship Id="rId1177" Type="http://schemas.openxmlformats.org/officeDocument/2006/relationships/slide" Target="slides/slide1171.xml"/><Relationship Id="rId1178" Type="http://schemas.openxmlformats.org/officeDocument/2006/relationships/slide" Target="slides/slide1172.xml"/><Relationship Id="rId1179" Type="http://schemas.openxmlformats.org/officeDocument/2006/relationships/slide" Target="slides/slide1173.xml"/><Relationship Id="rId1180" Type="http://schemas.openxmlformats.org/officeDocument/2006/relationships/slide" Target="slides/slide1174.xml"/><Relationship Id="rId1181" Type="http://schemas.openxmlformats.org/officeDocument/2006/relationships/slide" Target="slides/slide1175.xml"/><Relationship Id="rId1182" Type="http://schemas.openxmlformats.org/officeDocument/2006/relationships/slide" Target="slides/slide1176.xml"/><Relationship Id="rId1183" Type="http://schemas.openxmlformats.org/officeDocument/2006/relationships/slide" Target="slides/slide1177.xml"/><Relationship Id="rId1184" Type="http://schemas.openxmlformats.org/officeDocument/2006/relationships/slide" Target="slides/slide1178.xml"/><Relationship Id="rId1185" Type="http://schemas.openxmlformats.org/officeDocument/2006/relationships/slide" Target="slides/slide1179.xml"/><Relationship Id="rId1186" Type="http://schemas.openxmlformats.org/officeDocument/2006/relationships/slide" Target="slides/slide1180.xml"/><Relationship Id="rId1187" Type="http://schemas.openxmlformats.org/officeDocument/2006/relationships/slide" Target="slides/slide1181.xml"/><Relationship Id="rId1188" Type="http://schemas.openxmlformats.org/officeDocument/2006/relationships/slide" Target="slides/slide1182.xml"/><Relationship Id="rId1189" Type="http://schemas.openxmlformats.org/officeDocument/2006/relationships/slide" Target="slides/slide1183.xml"/><Relationship Id="rId1190" Type="http://schemas.openxmlformats.org/officeDocument/2006/relationships/slide" Target="slides/slide1184.xml"/><Relationship Id="rId1191" Type="http://schemas.openxmlformats.org/officeDocument/2006/relationships/slide" Target="slides/slide1185.xml"/><Relationship Id="rId1192" Type="http://schemas.openxmlformats.org/officeDocument/2006/relationships/slide" Target="slides/slide1186.xml"/><Relationship Id="rId1193" Type="http://schemas.openxmlformats.org/officeDocument/2006/relationships/slide" Target="slides/slide1187.xml"/><Relationship Id="rId1194" Type="http://schemas.openxmlformats.org/officeDocument/2006/relationships/slide" Target="slides/slide1188.xml"/><Relationship Id="rId1195" Type="http://schemas.openxmlformats.org/officeDocument/2006/relationships/slide" Target="slides/slide1189.xml"/><Relationship Id="rId1196" Type="http://schemas.openxmlformats.org/officeDocument/2006/relationships/slide" Target="slides/slide1190.xml"/><Relationship Id="rId1197" Type="http://schemas.openxmlformats.org/officeDocument/2006/relationships/slide" Target="slides/slide1191.xml"/><Relationship Id="rId1198" Type="http://schemas.openxmlformats.org/officeDocument/2006/relationships/slide" Target="slides/slide1192.xml"/><Relationship Id="rId1199" Type="http://schemas.openxmlformats.org/officeDocument/2006/relationships/slide" Target="slides/slide1193.xml"/><Relationship Id="rId1200" Type="http://schemas.openxmlformats.org/officeDocument/2006/relationships/slide" Target="slides/slide1194.xml"/><Relationship Id="rId1201" Type="http://schemas.openxmlformats.org/officeDocument/2006/relationships/slide" Target="slides/slide1195.xml"/><Relationship Id="rId1202" Type="http://schemas.openxmlformats.org/officeDocument/2006/relationships/slide" Target="slides/slide1196.xml"/><Relationship Id="rId1203" Type="http://schemas.openxmlformats.org/officeDocument/2006/relationships/slide" Target="slides/slide1197.xml"/><Relationship Id="rId1204" Type="http://schemas.openxmlformats.org/officeDocument/2006/relationships/slide" Target="slides/slide1198.xml"/><Relationship Id="rId1205" Type="http://schemas.openxmlformats.org/officeDocument/2006/relationships/slide" Target="slides/slide1199.xml"/><Relationship Id="rId1206" Type="http://schemas.openxmlformats.org/officeDocument/2006/relationships/slide" Target="slides/slide1200.xml"/><Relationship Id="rId1207" Type="http://schemas.openxmlformats.org/officeDocument/2006/relationships/slide" Target="slides/slide1201.xml"/><Relationship Id="rId1208" Type="http://schemas.openxmlformats.org/officeDocument/2006/relationships/slide" Target="slides/slide1202.xml"/><Relationship Id="rId1209" Type="http://schemas.openxmlformats.org/officeDocument/2006/relationships/slide" Target="slides/slide1203.xml"/><Relationship Id="rId1210" Type="http://schemas.openxmlformats.org/officeDocument/2006/relationships/slide" Target="slides/slide1204.xml"/><Relationship Id="rId1211" Type="http://schemas.openxmlformats.org/officeDocument/2006/relationships/slide" Target="slides/slide1205.xml"/><Relationship Id="rId1212" Type="http://schemas.openxmlformats.org/officeDocument/2006/relationships/slide" Target="slides/slide1206.xml"/><Relationship Id="rId1213" Type="http://schemas.openxmlformats.org/officeDocument/2006/relationships/slide" Target="slides/slide1207.xml"/><Relationship Id="rId1214" Type="http://schemas.openxmlformats.org/officeDocument/2006/relationships/slide" Target="slides/slide1208.xml"/><Relationship Id="rId1215" Type="http://schemas.openxmlformats.org/officeDocument/2006/relationships/slide" Target="slides/slide1209.xml"/><Relationship Id="rId1216" Type="http://schemas.openxmlformats.org/officeDocument/2006/relationships/slide" Target="slides/slide1210.xml"/><Relationship Id="rId1217" Type="http://schemas.openxmlformats.org/officeDocument/2006/relationships/slide" Target="slides/slide1211.xml"/><Relationship Id="rId1218" Type="http://schemas.openxmlformats.org/officeDocument/2006/relationships/slide" Target="slides/slide1212.xml"/><Relationship Id="rId1219" Type="http://schemas.openxmlformats.org/officeDocument/2006/relationships/slide" Target="slides/slide1213.xml"/><Relationship Id="rId1220" Type="http://schemas.openxmlformats.org/officeDocument/2006/relationships/slide" Target="slides/slide1214.xml"/><Relationship Id="rId1221" Type="http://schemas.openxmlformats.org/officeDocument/2006/relationships/slide" Target="slides/slide1215.xml"/><Relationship Id="rId1222" Type="http://schemas.openxmlformats.org/officeDocument/2006/relationships/slide" Target="slides/slide1216.xml"/><Relationship Id="rId1223" Type="http://schemas.openxmlformats.org/officeDocument/2006/relationships/slide" Target="slides/slide1217.xml"/><Relationship Id="rId1224" Type="http://schemas.openxmlformats.org/officeDocument/2006/relationships/slide" Target="slides/slide1218.xml"/><Relationship Id="rId1225" Type="http://schemas.openxmlformats.org/officeDocument/2006/relationships/slide" Target="slides/slide1219.xml"/><Relationship Id="rId1226" Type="http://schemas.openxmlformats.org/officeDocument/2006/relationships/slide" Target="slides/slide1220.xml"/><Relationship Id="rId1227" Type="http://schemas.openxmlformats.org/officeDocument/2006/relationships/slide" Target="slides/slide1221.xml"/><Relationship Id="rId1228" Type="http://schemas.openxmlformats.org/officeDocument/2006/relationships/slide" Target="slides/slide1222.xml"/><Relationship Id="rId1229" Type="http://schemas.openxmlformats.org/officeDocument/2006/relationships/slide" Target="slides/slide1223.xml"/><Relationship Id="rId1230" Type="http://schemas.openxmlformats.org/officeDocument/2006/relationships/slide" Target="slides/slide1224.xml"/><Relationship Id="rId1231" Type="http://schemas.openxmlformats.org/officeDocument/2006/relationships/slide" Target="slides/slide1225.xml"/><Relationship Id="rId1232" Type="http://schemas.openxmlformats.org/officeDocument/2006/relationships/slide" Target="slides/slide1226.xml"/><Relationship Id="rId1233" Type="http://schemas.openxmlformats.org/officeDocument/2006/relationships/slide" Target="slides/slide1227.xml"/><Relationship Id="rId1234" Type="http://schemas.openxmlformats.org/officeDocument/2006/relationships/slide" Target="slides/slide1228.xml"/><Relationship Id="rId1235" Type="http://schemas.openxmlformats.org/officeDocument/2006/relationships/slide" Target="slides/slide1229.xml"/><Relationship Id="rId1236" Type="http://schemas.openxmlformats.org/officeDocument/2006/relationships/slide" Target="slides/slide1230.xml"/><Relationship Id="rId1237" Type="http://schemas.openxmlformats.org/officeDocument/2006/relationships/slide" Target="slides/slide1231.xml"/><Relationship Id="rId1238" Type="http://schemas.openxmlformats.org/officeDocument/2006/relationships/slide" Target="slides/slide1232.xml"/><Relationship Id="rId1239" Type="http://schemas.openxmlformats.org/officeDocument/2006/relationships/slide" Target="slides/slide1233.xml"/><Relationship Id="rId1240" Type="http://schemas.openxmlformats.org/officeDocument/2006/relationships/slide" Target="slides/slide1234.xml"/><Relationship Id="rId1241" Type="http://schemas.openxmlformats.org/officeDocument/2006/relationships/slide" Target="slides/slide1235.xml"/><Relationship Id="rId1242" Type="http://schemas.openxmlformats.org/officeDocument/2006/relationships/slide" Target="slides/slide1236.xml"/><Relationship Id="rId1243" Type="http://schemas.openxmlformats.org/officeDocument/2006/relationships/slide" Target="slides/slide1237.xml"/><Relationship Id="rId1244" Type="http://schemas.openxmlformats.org/officeDocument/2006/relationships/slide" Target="slides/slide1238.xml"/><Relationship Id="rId1245" Type="http://schemas.openxmlformats.org/officeDocument/2006/relationships/slide" Target="slides/slide1239.xml"/><Relationship Id="rId1246" Type="http://schemas.openxmlformats.org/officeDocument/2006/relationships/slide" Target="slides/slide1240.xml"/><Relationship Id="rId1247" Type="http://schemas.openxmlformats.org/officeDocument/2006/relationships/slide" Target="slides/slide1241.xml"/><Relationship Id="rId1248" Type="http://schemas.openxmlformats.org/officeDocument/2006/relationships/slide" Target="slides/slide1242.xml"/><Relationship Id="rId1249" Type="http://schemas.openxmlformats.org/officeDocument/2006/relationships/slide" Target="slides/slide1243.xml"/><Relationship Id="rId1250" Type="http://schemas.openxmlformats.org/officeDocument/2006/relationships/slide" Target="slides/slide1244.xml"/><Relationship Id="rId1251" Type="http://schemas.openxmlformats.org/officeDocument/2006/relationships/slide" Target="slides/slide1245.xml"/><Relationship Id="rId1252" Type="http://schemas.openxmlformats.org/officeDocument/2006/relationships/slide" Target="slides/slide1246.xml"/><Relationship Id="rId1253" Type="http://schemas.openxmlformats.org/officeDocument/2006/relationships/slide" Target="slides/slide1247.xml"/><Relationship Id="rId1254" Type="http://schemas.openxmlformats.org/officeDocument/2006/relationships/slide" Target="slides/slide1248.xml"/><Relationship Id="rId1255" Type="http://schemas.openxmlformats.org/officeDocument/2006/relationships/slide" Target="slides/slide1249.xml"/><Relationship Id="rId1256" Type="http://schemas.openxmlformats.org/officeDocument/2006/relationships/slide" Target="slides/slide1250.xml"/><Relationship Id="rId1257" Type="http://schemas.openxmlformats.org/officeDocument/2006/relationships/slide" Target="slides/slide1251.xml"/><Relationship Id="rId1258" Type="http://schemas.openxmlformats.org/officeDocument/2006/relationships/slide" Target="slides/slide1252.xml"/><Relationship Id="rId1259" Type="http://schemas.openxmlformats.org/officeDocument/2006/relationships/slide" Target="slides/slide1253.xml"/><Relationship Id="rId1260" Type="http://schemas.openxmlformats.org/officeDocument/2006/relationships/slide" Target="slides/slide1254.xml"/><Relationship Id="rId1261" Type="http://schemas.openxmlformats.org/officeDocument/2006/relationships/slide" Target="slides/slide1255.xml"/><Relationship Id="rId1262" Type="http://schemas.openxmlformats.org/officeDocument/2006/relationships/slide" Target="slides/slide1256.xml"/><Relationship Id="rId1263" Type="http://schemas.openxmlformats.org/officeDocument/2006/relationships/slide" Target="slides/slide1257.xml"/><Relationship Id="rId1264" Type="http://schemas.openxmlformats.org/officeDocument/2006/relationships/slide" Target="slides/slide1258.xml"/><Relationship Id="rId1265" Type="http://schemas.openxmlformats.org/officeDocument/2006/relationships/slide" Target="slides/slide1259.xml"/><Relationship Id="rId1266" Type="http://schemas.openxmlformats.org/officeDocument/2006/relationships/slide" Target="slides/slide1260.xml"/><Relationship Id="rId1267" Type="http://schemas.openxmlformats.org/officeDocument/2006/relationships/slide" Target="slides/slide1261.xml"/><Relationship Id="rId1268" Type="http://schemas.openxmlformats.org/officeDocument/2006/relationships/slide" Target="slides/slide1262.xml"/><Relationship Id="rId1269" Type="http://schemas.openxmlformats.org/officeDocument/2006/relationships/slide" Target="slides/slide1263.xml"/><Relationship Id="rId1270" Type="http://schemas.openxmlformats.org/officeDocument/2006/relationships/slide" Target="slides/slide1264.xml"/><Relationship Id="rId1271" Type="http://schemas.openxmlformats.org/officeDocument/2006/relationships/slide" Target="slides/slide1265.xml"/><Relationship Id="rId1272" Type="http://schemas.openxmlformats.org/officeDocument/2006/relationships/slide" Target="slides/slide1266.xml"/><Relationship Id="rId1273" Type="http://schemas.openxmlformats.org/officeDocument/2006/relationships/slide" Target="slides/slide1267.xml"/><Relationship Id="rId1274" Type="http://schemas.openxmlformats.org/officeDocument/2006/relationships/slide" Target="slides/slide1268.xml"/><Relationship Id="rId1275" Type="http://schemas.openxmlformats.org/officeDocument/2006/relationships/slide" Target="slides/slide1269.xml"/><Relationship Id="rId1276" Type="http://schemas.openxmlformats.org/officeDocument/2006/relationships/slide" Target="slides/slide1270.xml"/><Relationship Id="rId1277" Type="http://schemas.openxmlformats.org/officeDocument/2006/relationships/slide" Target="slides/slide1271.xml"/><Relationship Id="rId1278" Type="http://schemas.openxmlformats.org/officeDocument/2006/relationships/slide" Target="slides/slide1272.xml"/><Relationship Id="rId1279" Type="http://schemas.openxmlformats.org/officeDocument/2006/relationships/slide" Target="slides/slide1273.xml"/><Relationship Id="rId1280" Type="http://schemas.openxmlformats.org/officeDocument/2006/relationships/slide" Target="slides/slide1274.xml"/><Relationship Id="rId1281" Type="http://schemas.openxmlformats.org/officeDocument/2006/relationships/slide" Target="slides/slide1275.xml"/><Relationship Id="rId1282" Type="http://schemas.openxmlformats.org/officeDocument/2006/relationships/slide" Target="slides/slide1276.xml"/><Relationship Id="rId1283" Type="http://schemas.openxmlformats.org/officeDocument/2006/relationships/slide" Target="slides/slide1277.xml"/><Relationship Id="rId1284" Type="http://schemas.openxmlformats.org/officeDocument/2006/relationships/slide" Target="slides/slide1278.xml"/><Relationship Id="rId1285" Type="http://schemas.openxmlformats.org/officeDocument/2006/relationships/slide" Target="slides/slide1279.xml"/><Relationship Id="rId1286" Type="http://schemas.openxmlformats.org/officeDocument/2006/relationships/slide" Target="slides/slide1280.xml"/><Relationship Id="rId1287" Type="http://schemas.openxmlformats.org/officeDocument/2006/relationships/slide" Target="slides/slide1281.xml"/><Relationship Id="rId1288" Type="http://schemas.openxmlformats.org/officeDocument/2006/relationships/slide" Target="slides/slide1282.xml"/><Relationship Id="rId1289" Type="http://schemas.openxmlformats.org/officeDocument/2006/relationships/slide" Target="slides/slide1283.xml"/><Relationship Id="rId1290" Type="http://schemas.openxmlformats.org/officeDocument/2006/relationships/slide" Target="slides/slide1284.xml"/><Relationship Id="rId1291" Type="http://schemas.openxmlformats.org/officeDocument/2006/relationships/slide" Target="slides/slide1285.xml"/><Relationship Id="rId1292" Type="http://schemas.openxmlformats.org/officeDocument/2006/relationships/slide" Target="slides/slide1286.xml"/><Relationship Id="rId1293" Type="http://schemas.openxmlformats.org/officeDocument/2006/relationships/slide" Target="slides/slide1287.xml"/><Relationship Id="rId1294" Type="http://schemas.openxmlformats.org/officeDocument/2006/relationships/slide" Target="slides/slide1288.xml"/><Relationship Id="rId1295" Type="http://schemas.openxmlformats.org/officeDocument/2006/relationships/slide" Target="slides/slide1289.xml"/><Relationship Id="rId1296" Type="http://schemas.openxmlformats.org/officeDocument/2006/relationships/slide" Target="slides/slide1290.xml"/><Relationship Id="rId1297" Type="http://schemas.openxmlformats.org/officeDocument/2006/relationships/slide" Target="slides/slide1291.xml"/><Relationship Id="rId1298" Type="http://schemas.openxmlformats.org/officeDocument/2006/relationships/slide" Target="slides/slide1292.xml"/><Relationship Id="rId1299" Type="http://schemas.openxmlformats.org/officeDocument/2006/relationships/slide" Target="slides/slide1293.xml"/><Relationship Id="rId1300" Type="http://schemas.openxmlformats.org/officeDocument/2006/relationships/slide" Target="slides/slide1294.xml"/><Relationship Id="rId1301" Type="http://schemas.openxmlformats.org/officeDocument/2006/relationships/slide" Target="slides/slide1295.xml"/><Relationship Id="rId1302" Type="http://schemas.openxmlformats.org/officeDocument/2006/relationships/slide" Target="slides/slide1296.xml"/><Relationship Id="rId1303" Type="http://schemas.openxmlformats.org/officeDocument/2006/relationships/slide" Target="slides/slide1297.xml"/><Relationship Id="rId1304" Type="http://schemas.openxmlformats.org/officeDocument/2006/relationships/slide" Target="slides/slide1298.xml"/><Relationship Id="rId1305" Type="http://schemas.openxmlformats.org/officeDocument/2006/relationships/slide" Target="slides/slide1299.xml"/><Relationship Id="rId1306" Type="http://schemas.openxmlformats.org/officeDocument/2006/relationships/slide" Target="slides/slide130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4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4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4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4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4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4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4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4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4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4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4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4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4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4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4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5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5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5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5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5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5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5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5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5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5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5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5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5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5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6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6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6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6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6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6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6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6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6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6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6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6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6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6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6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6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6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7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7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7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7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7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7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7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7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7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7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7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7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8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8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8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8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8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8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8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8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8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8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8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8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8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8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8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9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9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9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9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9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9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9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9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9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9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9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9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10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10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/Relationships>
</file>

<file path=ppt/slides/_rels/slide10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/Relationships>
</file>

<file path=ppt/slides/_rels/slide10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10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/Relationships>
</file>

<file path=ppt/slides/_rels/slide10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/Relationships>
</file>

<file path=ppt/slides/_rels/slide10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/Relationships>
</file>

<file path=ppt/slides/_rels/slide10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/Relationships>
</file>

<file path=ppt/slides/_rels/slide10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/Relationships>
</file>

<file path=ppt/slides/_rels/slide10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/Relationships>
</file>

<file path=ppt/slides/_rels/slide10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/Relationships>
</file>

<file path=ppt/slides/_rels/slide10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/Relationships>
</file>

<file path=ppt/slides/_rels/slide10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/Relationships>
</file>

<file path=ppt/slides/_rels/slide10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/Relationships>
</file>

<file path=ppt/slides/_rels/slide10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/Relationships>
</file>

<file path=ppt/slides/_rels/slide10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/Relationships>
</file>

<file path=ppt/slides/_rels/slide1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/Relationships>
</file>

<file path=ppt/slides/_rels/slide1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/Relationships>
</file>

<file path=ppt/slides/_rels/slide1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/Relationships>
</file>

<file path=ppt/slides/_rels/slide1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/Relationships>
</file>

<file path=ppt/slides/_rels/slide1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/Relationships>
</file>

<file path=ppt/slides/_rels/slide1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1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1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/Relationships>
</file>

<file path=ppt/slides/_rels/slide1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/Relationships>
</file>

<file path=ppt/slides/_rels/slide1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/Relationships>
</file>

<file path=ppt/slides/_rels/slide1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/Relationships>
</file>

<file path=ppt/slides/_rels/slide1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1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1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1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1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1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1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/Relationships>
</file>

<file path=ppt/slides/_rels/slide1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B821"/>
                </a:solidFill>
                <a:latin typeface="Aptos"/>
              </a:rPr>
              <a:t>POLÍCIA CIVIL DO PARANÁ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2412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ptos"/>
              </a:rPr>
              <a:t>Central de Viagens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606040"/>
            <a:ext cx="98755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C5D7E5"/>
                </a:solidFill>
                <a:latin typeface="Aptos"/>
              </a:rPr>
              <a:t>Apresentação funcional, visual e operacional completa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3822191"/>
            <a:ext cx="3886200" cy="118872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206240"/>
            <a:ext cx="7680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89 estados · campos · ações · regras · documentos · treinamento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925312"/>
            <a:ext cx="7772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DB3C5"/>
                </a:solidFill>
                <a:latin typeface="Aptos"/>
              </a:rPr>
              <a:t>Evidência consolidada em 24/08/2026 · NOVO-20260824-174243-3f12fa3e602f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12680" y="4617720"/>
            <a:ext cx="1645920" cy="1645920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12680" y="4800600"/>
            <a:ext cx="164592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071A33"/>
                </a:solidFill>
                <a:latin typeface="Aptos"/>
              </a:rPr>
              <a:t>CV
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APRESENTAÇÃO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731520"/>
            <a:ext cx="960120" cy="960120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768096"/>
            <a:ext cx="960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071A33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Abertura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27248"/>
            <a:ext cx="9875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C5D7E5"/>
                </a:solidFill>
                <a:latin typeface="Aptos"/>
              </a:rPr>
              <a:t>Objetivo, problema resolvido, módulos, fluxo, navegação e legenda.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5138928"/>
            <a:ext cx="2834640" cy="109728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ABERTURA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Objetivo do sistema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ABERTURA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003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490472"/>
            <a:ext cx="164592" cy="164592"/>
          </a:xfrm>
          <a:prstGeom prst="ellipse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417320"/>
            <a:ext cx="9930384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52A3A"/>
                </a:solidFill>
                <a:latin typeface="Aptos"/>
              </a:rPr>
              <a:t>Organizar documentos e viagens oficiais em um fluxo rastreável.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587752"/>
            <a:ext cx="164592" cy="164592"/>
          </a:xfrm>
          <a:prstGeom prst="ellipse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9576" y="2514600"/>
            <a:ext cx="9930384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52A3A"/>
                </a:solidFill>
                <a:latin typeface="Aptos"/>
              </a:rPr>
              <a:t>Reutilizar cadastros e reduzir redigitação entre planejamento, execução e prestação.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685032"/>
            <a:ext cx="164592" cy="164592"/>
          </a:xfrm>
          <a:prstGeom prst="ellipse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9576" y="3611880"/>
            <a:ext cx="9930384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52A3A"/>
                </a:solidFill>
                <a:latin typeface="Aptos"/>
              </a:rPr>
              <a:t>Padronizar cálculos, documentos, estados e permissões por área.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782312"/>
            <a:ext cx="164592" cy="164592"/>
          </a:xfrm>
          <a:prstGeom prst="ellipse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9576" y="4709159"/>
            <a:ext cx="9930384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52A3A"/>
                </a:solidFill>
                <a:latin typeface="Aptos"/>
              </a:rPr>
              <a:t>Conservar evidências e artefatos para consulta, download, assinatura e protocolo.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Problema que o sistema resolve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ABERTURA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004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444752"/>
            <a:ext cx="164592" cy="164592"/>
          </a:xfrm>
          <a:prstGeom prst="ellipse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371600"/>
            <a:ext cx="993038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52A3A"/>
                </a:solidFill>
                <a:latin typeface="Aptos"/>
              </a:rPr>
              <a:t>Informações antes dispersas entre cadastros, textos e documentos.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359152"/>
            <a:ext cx="164592" cy="164592"/>
          </a:xfrm>
          <a:prstGeom prst="ellipse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9576" y="2286000"/>
            <a:ext cx="993038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52A3A"/>
                </a:solidFill>
                <a:latin typeface="Aptos"/>
              </a:rPr>
              <a:t>Risco de divergência ao repetir viajantes, datas, trechos e valores.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273552"/>
            <a:ext cx="164592" cy="164592"/>
          </a:xfrm>
          <a:prstGeom prst="ellipse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9576" y="3200400"/>
            <a:ext cx="993038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52A3A"/>
                </a:solidFill>
                <a:latin typeface="Aptos"/>
              </a:rPr>
              <a:t>Dificuldade para saber o que falta em cada processo.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187952"/>
            <a:ext cx="164592" cy="164592"/>
          </a:xfrm>
          <a:prstGeom prst="ellipse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9576" y="4114800"/>
            <a:ext cx="993038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52A3A"/>
                </a:solidFill>
                <a:latin typeface="Aptos"/>
              </a:rPr>
              <a:t>Necessidade de controlar quem consulta, altera, gera e envia documentos.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5102352"/>
            <a:ext cx="164592" cy="164592"/>
          </a:xfrm>
          <a:prstGeom prst="ellipse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9576" y="5029200"/>
            <a:ext cx="993038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52A3A"/>
                </a:solidFill>
                <a:latin typeface="Aptos"/>
              </a:rPr>
              <a:t>Fechamento da viagem dependente de relatório, diário e comprovantes coerentes.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de navegação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Do menu às páginas condicionais e aos endpoints consumidos pela interface.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ABERTURA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5230368" cy="1572768"/>
          </a:xfrm>
          <a:prstGeom prst="round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645920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B821"/>
                </a:solidFill>
                <a:latin typeface="Aptos"/>
              </a:rPr>
              <a:t>PLANEJAMENTO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130552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Eventos · Roteiros · Planos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17320"/>
            <a:ext cx="5230368" cy="1572768"/>
          </a:xfrm>
          <a:prstGeom prst="roundRect">
            <a:avLst/>
          </a:prstGeom>
          <a:solidFill>
            <a:srgbClr val="EEF4F8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645920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DOCUMENTOS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130552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52A3A"/>
                </a:solidFill>
                <a:latin typeface="Aptos"/>
              </a:rPr>
              <a:t>Ofícios · Termos · Justificativas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10712"/>
            <a:ext cx="5230368" cy="1572768"/>
          </a:xfrm>
          <a:prstGeom prst="round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639312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B821"/>
                </a:solidFill>
                <a:latin typeface="Aptos"/>
              </a:rPr>
              <a:t>EXECUÇÃO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4123944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Ordens · Prestação · Protocolos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410712"/>
            <a:ext cx="5230368" cy="1572768"/>
          </a:xfrm>
          <a:prstGeom prst="roundRect">
            <a:avLst/>
          </a:prstGeom>
          <a:solidFill>
            <a:srgbClr val="EEF4F8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3639312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ADMINISTRAÇÃO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4123944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52A3A"/>
                </a:solidFill>
                <a:latin typeface="Aptos"/>
              </a:rPr>
              <a:t>Cadastros · Configuração · Usuários/áreas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Legenda do manual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ABERTURA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61872"/>
            <a:ext cx="5230368" cy="118872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490472"/>
            <a:ext cx="1508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TELA-xxx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1472184"/>
            <a:ext cx="3200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52A3A"/>
                </a:solidFill>
                <a:latin typeface="Aptos"/>
              </a:rPr>
              <a:t>Estado visual validado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61872"/>
            <a:ext cx="5230368" cy="118872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490472"/>
            <a:ext cx="1508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RN-xxx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472184"/>
            <a:ext cx="3200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52A3A"/>
                </a:solidFill>
                <a:latin typeface="Aptos"/>
              </a:rPr>
              <a:t>Regra rastreada ao código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798063"/>
            <a:ext cx="5230368" cy="118872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026663"/>
            <a:ext cx="1508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A / B / 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008375"/>
            <a:ext cx="3200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52A3A"/>
                </a:solidFill>
                <a:latin typeface="Aptos"/>
              </a:rPr>
              <a:t>Visão · mapa visual · campos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798063"/>
            <a:ext cx="5230368" cy="118872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3026663"/>
            <a:ext cx="1508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AMARELO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008375"/>
            <a:ext cx="3200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52A3A"/>
                </a:solidFill>
                <a:latin typeface="Aptos"/>
              </a:rPr>
              <a:t>Marcador, ação ou atenção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334256"/>
            <a:ext cx="5230368" cy="118872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4562856"/>
            <a:ext cx="1508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NÃO CONFIRMADO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4544568"/>
            <a:ext cx="3200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52A3A"/>
                </a:solidFill>
                <a:latin typeface="Aptos"/>
              </a:rPr>
              <a:t>Evidência insuficiente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4334256"/>
            <a:ext cx="5230368" cy="118872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4562856"/>
            <a:ext cx="1508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4544568"/>
            <a:ext cx="3200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52A3A"/>
                </a:solidFill>
                <a:latin typeface="Aptos"/>
              </a:rPr>
              <a:t>Dependência ou próximo resultado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Visão geral dos módulos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ABERTURA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61872"/>
            <a:ext cx="3429000" cy="749808"/>
          </a:xfrm>
          <a:prstGeom prst="roundRect">
            <a:avLst/>
          </a:prstGeom>
          <a:solidFill>
            <a:srgbClr val="EEF4F8"/>
          </a:solidFill>
          <a:ln>
            <a:solidFill>
              <a:srgbClr val="D7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408175"/>
            <a:ext cx="2651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71A33"/>
                </a:solidFill>
                <a:latin typeface="Aptos"/>
              </a:rPr>
              <a:t>Acesso e início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56432" y="1408175"/>
            <a:ext cx="3474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1769AA"/>
                </a:solidFill>
                <a:latin typeface="Aptos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8848" y="1261872"/>
            <a:ext cx="34290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7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1408175"/>
            <a:ext cx="2651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71A33"/>
                </a:solidFill>
                <a:latin typeface="Aptos"/>
              </a:rPr>
              <a:t>Administração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408175"/>
            <a:ext cx="3474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1769AA"/>
                </a:solidFill>
                <a:latin typeface="Aptos"/>
              </a:rPr>
              <a:t>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57615" y="1261872"/>
            <a:ext cx="3429000" cy="749808"/>
          </a:xfrm>
          <a:prstGeom prst="roundRect">
            <a:avLst/>
          </a:prstGeom>
          <a:solidFill>
            <a:srgbClr val="EEF4F8"/>
          </a:solidFill>
          <a:ln>
            <a:solidFill>
              <a:srgbClr val="D7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0495" y="1408175"/>
            <a:ext cx="2651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71A33"/>
                </a:solidFill>
                <a:latin typeface="Aptos"/>
              </a:rPr>
              <a:t>Cadastros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73967" y="1408175"/>
            <a:ext cx="3474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1769AA"/>
                </a:solidFill>
                <a:latin typeface="Aptos"/>
              </a:rPr>
              <a:t>19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249424"/>
            <a:ext cx="34290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7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2395728"/>
            <a:ext cx="2651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71A33"/>
                </a:solidFill>
                <a:latin typeface="Aptos"/>
              </a:rPr>
              <a:t>Documentos e modelos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2395728"/>
            <a:ext cx="3474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1769AA"/>
                </a:solidFill>
                <a:latin typeface="Aptos"/>
              </a:rP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98848" y="2249424"/>
            <a:ext cx="3429000" cy="749808"/>
          </a:xfrm>
          <a:prstGeom prst="roundRect">
            <a:avLst/>
          </a:prstGeom>
          <a:solidFill>
            <a:srgbClr val="EEF4F8"/>
          </a:solidFill>
          <a:ln>
            <a:solidFill>
              <a:srgbClr val="D7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81728" y="2395728"/>
            <a:ext cx="2651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71A33"/>
                </a:solidFill>
                <a:latin typeface="Aptos"/>
              </a:rPr>
              <a:t>Eventos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395728"/>
            <a:ext cx="3474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1769AA"/>
                </a:solidFill>
                <a:latin typeface="Aptos"/>
              </a:rPr>
              <a:t>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7615" y="2249424"/>
            <a:ext cx="34290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7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0495" y="2395728"/>
            <a:ext cx="2651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71A33"/>
                </a:solidFill>
                <a:latin typeface="Aptos"/>
              </a:rPr>
              <a:t>Justificativas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3967" y="2395728"/>
            <a:ext cx="3474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1769AA"/>
                </a:solidFill>
                <a:latin typeface="Aptos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236976"/>
            <a:ext cx="3429000" cy="749808"/>
          </a:xfrm>
          <a:prstGeom prst="roundRect">
            <a:avLst/>
          </a:prstGeom>
          <a:solidFill>
            <a:srgbClr val="EEF4F8"/>
          </a:solidFill>
          <a:ln>
            <a:solidFill>
              <a:srgbClr val="D7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3383280"/>
            <a:ext cx="2651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71A33"/>
                </a:solidFill>
                <a:latin typeface="Aptos"/>
              </a:rPr>
              <a:t>Ofícios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56432" y="3383280"/>
            <a:ext cx="3474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1769AA"/>
                </a:solidFill>
                <a:latin typeface="Aptos"/>
              </a:rPr>
              <a:t>15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98848" y="3236976"/>
            <a:ext cx="34290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7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1728" y="3383280"/>
            <a:ext cx="2651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71A33"/>
                </a:solidFill>
                <a:latin typeface="Aptos"/>
              </a:rPr>
              <a:t>Ordens de serviço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383280"/>
            <a:ext cx="3474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1769AA"/>
                </a:solidFill>
                <a:latin typeface="Aptos"/>
              </a:rPr>
              <a:t>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57615" y="3236976"/>
            <a:ext cx="3429000" cy="749808"/>
          </a:xfrm>
          <a:prstGeom prst="roundRect">
            <a:avLst/>
          </a:prstGeom>
          <a:solidFill>
            <a:srgbClr val="EEF4F8"/>
          </a:solidFill>
          <a:ln>
            <a:solidFill>
              <a:srgbClr val="D7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0495" y="3383280"/>
            <a:ext cx="2651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71A33"/>
                </a:solidFill>
                <a:latin typeface="Aptos"/>
              </a:rPr>
              <a:t>Planos de trabalho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73967" y="3383280"/>
            <a:ext cx="3474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1769AA"/>
                </a:solidFill>
                <a:latin typeface="Aptos"/>
              </a:rPr>
              <a:t>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224528"/>
            <a:ext cx="34290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7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" y="4370832"/>
            <a:ext cx="2651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71A33"/>
                </a:solidFill>
                <a:latin typeface="Aptos"/>
              </a:rPr>
              <a:t>Prestação de contas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56432" y="4370832"/>
            <a:ext cx="3474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1769AA"/>
                </a:solidFill>
                <a:latin typeface="Aptos"/>
              </a:rPr>
              <a:t>8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98848" y="4224528"/>
            <a:ext cx="3429000" cy="749808"/>
          </a:xfrm>
          <a:prstGeom prst="roundRect">
            <a:avLst/>
          </a:prstGeom>
          <a:solidFill>
            <a:srgbClr val="EEF4F8"/>
          </a:solidFill>
          <a:ln>
            <a:solidFill>
              <a:srgbClr val="D7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81728" y="4370832"/>
            <a:ext cx="2651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71A33"/>
                </a:solidFill>
                <a:latin typeface="Aptos"/>
              </a:rPr>
              <a:t>Protocolos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4370832"/>
            <a:ext cx="3474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1769AA"/>
                </a:solidFill>
                <a:latin typeface="Aptos"/>
              </a:rPr>
              <a:t>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57615" y="4224528"/>
            <a:ext cx="34290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7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40495" y="4370832"/>
            <a:ext cx="2651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71A33"/>
                </a:solidFill>
                <a:latin typeface="Aptos"/>
              </a:rPr>
              <a:t>Roteiros e diárias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73967" y="4370832"/>
            <a:ext cx="3474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1769AA"/>
                </a:solidFill>
                <a:latin typeface="Aptos"/>
              </a:rPr>
              <a:t>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5212080"/>
            <a:ext cx="3429000" cy="749808"/>
          </a:xfrm>
          <a:prstGeom prst="roundRect">
            <a:avLst/>
          </a:prstGeom>
          <a:solidFill>
            <a:srgbClr val="EEF4F8"/>
          </a:solidFill>
          <a:ln>
            <a:solidFill>
              <a:srgbClr val="D7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59" y="5358384"/>
            <a:ext cx="2651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71A33"/>
                </a:solidFill>
                <a:latin typeface="Aptos"/>
              </a:rPr>
              <a:t>Termos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56432" y="5358384"/>
            <a:ext cx="3474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1769AA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Fluxo macro do sistema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ABERTURA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2331720"/>
            <a:ext cx="1335024" cy="932688"/>
          </a:xfrm>
          <a:prstGeom prst="round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3" y="2514600"/>
            <a:ext cx="11887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Cadastros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0512" y="2578608"/>
            <a:ext cx="274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4B821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2331720"/>
            <a:ext cx="1335024" cy="932688"/>
          </a:xfrm>
          <a:prstGeom prst="roundRect">
            <a:avLst/>
          </a:prstGeom>
          <a:solidFill>
            <a:srgbClr val="1769AA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76272" y="2514600"/>
            <a:ext cx="11887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Evento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578608"/>
            <a:ext cx="274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4B821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67328" y="2331720"/>
            <a:ext cx="1335024" cy="932688"/>
          </a:xfrm>
          <a:prstGeom prst="round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2514600"/>
            <a:ext cx="11887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Roteiro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8" y="2578608"/>
            <a:ext cx="274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4B821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31536" y="2331720"/>
            <a:ext cx="1335024" cy="932688"/>
          </a:xfrm>
          <a:prstGeom prst="roundRect">
            <a:avLst/>
          </a:prstGeom>
          <a:solidFill>
            <a:srgbClr val="1769AA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04688" y="2514600"/>
            <a:ext cx="11887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Ofício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3136" y="2578608"/>
            <a:ext cx="274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4B821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95744" y="2331720"/>
            <a:ext cx="1335024" cy="932688"/>
          </a:xfrm>
          <a:prstGeom prst="round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68896" y="2514600"/>
            <a:ext cx="11887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Plano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344" y="2578608"/>
            <a:ext cx="274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4B821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59952" y="2331720"/>
            <a:ext cx="1335024" cy="932688"/>
          </a:xfrm>
          <a:prstGeom prst="roundRect">
            <a:avLst/>
          </a:prstGeom>
          <a:solidFill>
            <a:srgbClr val="1769AA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33104" y="2514600"/>
            <a:ext cx="11887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Ordem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31552" y="2578608"/>
            <a:ext cx="274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4B821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424160" y="2331720"/>
            <a:ext cx="1335024" cy="932688"/>
          </a:xfrm>
          <a:prstGeom prst="round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97312" y="2514600"/>
            <a:ext cx="11887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Prestação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977639"/>
            <a:ext cx="10241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63788A"/>
                </a:solidFill>
                <a:latin typeface="Aptos"/>
              </a:rPr>
              <a:t>Justificativas, termos, documentos, assinaturas e protocolos atravessam o fluxo como comprovação e saída.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731520"/>
            <a:ext cx="960120" cy="960120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768096"/>
            <a:ext cx="960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071A33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Visão dos módulos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27248"/>
            <a:ext cx="9875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C5D7E5"/>
                </a:solidFill>
                <a:latin typeface="Aptos"/>
              </a:rPr>
              <a:t>Cada módulo é apresentado por objetivo, funções, entradas, saídas e relações antes das páginas.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5138928"/>
            <a:ext cx="2834640" cy="109728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VISÃO DOS MÓDULOS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731520"/>
            <a:ext cx="960120" cy="960120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768096"/>
            <a:ext cx="960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071A33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Acesso e início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27248"/>
            <a:ext cx="9875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C5D7E5"/>
                </a:solidFill>
                <a:latin typeface="Aptos"/>
              </a:rPr>
              <a:t>Dar acesso seguro, apresentar os módulos e permitir que cada pessoa confirme seu contexto de trabalho.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5138928"/>
            <a:ext cx="2834640" cy="109728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ACESSO E INÍCIO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Acesso e início · visão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Objetivo, entradas, saídas e relações antes das páginas detalhadas.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VISÃO DOS MÓDULOS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57800" cy="123444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OBJETIVO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773936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Dar acesso seguro, apresentar os módulos e permitir que cada pessoa confirme seu contexto de trabalho.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298448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453895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FUNÇÕES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773936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Autenticação; painel inicial; troca de tema; perfil; senha; área ativa; integração pessoal com Drive.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2825496"/>
            <a:ext cx="5257800" cy="123444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2980944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ENTRADAS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300984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Credenciais institucionais, dados de perfil, senha e seleção de área.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2825496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980944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SAÍDAS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300984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Sessão autenticada, preferências visuais e contexto de autorização.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4443984"/>
            <a:ext cx="5349240" cy="123444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4599432"/>
            <a:ext cx="4892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RELAÇÕES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919472"/>
            <a:ext cx="4892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Abre todos os demais módulos e condiciona o que pode ser visto ou alterado.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TELA-001 · Painel inicial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ACESSO E INÍCIO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012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Executar a etapa operacional de acesso e início indicada pelo título, com feedback de validação e estado.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Acesso e início pelo menu e siga para `/`;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o processo alcançar esta etapa ou quando for necessário revisar o estado correspondente.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Abre todos os demais módulos e condiciona o que pode ser visto ou alterado.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Painel inicial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ACESSO E INÍCIO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013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Navegação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mantém área, usuário, tema e caminhos do módulo.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Conteúdo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 região central apresenta dados e controles da finalidade atual.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Avisos, badges e etapas mostram o andamento do processo.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Os comandos disponíveis dependem do estado e da autorização.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TELA-001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19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ACESSO E INÍCIO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Módulos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Ofícios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TELA-001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19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ACESSO E INÍCIO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Termos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Justificativas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TELA-001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19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ACESSO E INÍCIO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Eventos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Roteiros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TELA-001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19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ACESSO E INÍCIO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Planos de Trabalho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Ordens de Serviço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TELA-001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19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ACESSO E INÍCIO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Prestações de Contas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Protocolos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TELA-001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11–12 de 19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ACESSO E INÍCIO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Ofícios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Termos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TELA-001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13–14 de 19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ACESSO E INÍCIO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Justificativas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Eventos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TELA-001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15–16 de 19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ACESSO E INÍCIO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Roteiros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Planos de Trabalho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TELA-001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17–18 de 19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ACESSO E INÍCIO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Ordens de Serviço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Prestações de Contas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TELA-001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19–19 de 19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ACESSO E INÍCIO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Protocolos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TELA-001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ACESSO E INÍCIO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TELA-002 · Painel inicial — tema claro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ACESSO E INÍCIO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board-cla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Demonstrar a mesma interface com contraste suave; a preferência visual não altera dados nem permissões.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Acesso e início pelo menu e siga para `/ — após selecionar o tema Claro`;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a pessoa preferir contraste suave; dados e regras permanecem idênticos.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Abre todos os demais módulos e condiciona o que pode ser visto ou alterado.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Painel inicial — tema claro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ACESSO E INÍCIO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board-cla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Navegação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mantém área, usuário, tema e caminhos do módulo.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Conteúdo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 região central apresenta dados e controles da finalidade atual.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Avisos, badges e etapas mostram o andamento do processo.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Os comandos disponíveis dependem do estado e da autorização.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19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ACESSO E INÍCIO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Módulos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Ofícios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19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ACESSO E INÍCIO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Termos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Justificativas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19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ACESSO E INÍCIO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Eventos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Roteiros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19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ACESSO E INÍCIO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Planos de Trabalho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Ordens de Serviço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19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ACESSO E INÍCIO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Prestações de Contas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Protocolos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11–12 de 19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ACESSO E INÍCIO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Ofícios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Termos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13–14 de 19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ACESSO E INÍCIO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Justificativas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Eventos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15–16 de 19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ACESSO E INÍCIO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Roteiros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Planos de Trabalho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17–18 de 19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ACESSO E INÍCIO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Ordens de Serviço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Prestações de Contas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19–19 de 19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ACESSO E INÍCIO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Protocolos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TELA-002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ACESSO E INÍCIO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TELA-003 · Acesso ao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ACESSO E INÍCIO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038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Executar a etapa operacional de acesso e início indicada pelo título, com feedback de validação e estado.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Acesso e início pelo menu e siga para `/`;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o processo alcançar esta etapa ou quando for necessário revisar o estado correspondente.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Abre todos os demais módulos e condiciona o que pode ser visto ou alterado.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Acesso ao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ACESSO E INÍCIO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039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Navegação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mantém área, usuário, tema e caminhos do módulo.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Conteúdo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 região central apresenta dados e controles da finalidade atual.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Avisos, badges e etapas mostram o andamento do processo.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Os comandos disponíveis dependem do estado e da autorização.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ACESSO E INÍCIO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Usuário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  ·   Preenchimento: Manual   ·   Obrigatório: Sim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conferido pela autenticação; não altera cadastro e identifica a sessão aberta.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Senha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Senha protegida   ·   Preenchimento: Manual   ·   Obrigatório: Sim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validada sem ser exibida ou armazenada em texto claro; falhas podem acionar limite de tentativas.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3–3 de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ACESSO E INÍCIO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Entrar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Envia as credenciais, apresenta erros junto ao formulário e abre a página autorizada.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TELA-003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ACESSO E INÍCIO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401 JSON para sessão expirada em AJAX/API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TELA-004 · Perfil, segurança, área e Drive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ACESSO E INÍCIO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043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erfi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3467"/>
            <a:ext cx="6720840" cy="424772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Executar a etapa operacional de acesso e início indicada pelo título, com feedback de validação e estado.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Acesso e início pelo menu e siga para `/perfil/`;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o processo alcançar esta etapa ou quando for necessário revisar o estado correspondente.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Abre todos os demais módulos e condiciona o que pode ser visto ou alterado.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Perfil, segurança, área e Drive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ACESSO E INÍCIO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044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erfi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92546"/>
            <a:ext cx="7543800" cy="476785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Navegação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mantém área, usuário, tema e caminhos do módulo.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2048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3420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1114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Conteúdo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 região central apresenta dados e controles da finalidade atual.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3161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16877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68521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Avisos, badges e etapas mostram o andamento do processo.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42802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56518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8286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Os comandos disponíveis dependem do estado e da autorização.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91729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305445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7191755" y="5486400"/>
            <a:ext cx="1110997" cy="6497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ACESSO E INÍCIO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  ·   Preenchimento: Manual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Atualiza nome e sobrenome do usuário; o sistema separa o primeiro nome do restante.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Sobrenome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ACESSO E INÍCIO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E-mail institucional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E-mail   ·   Preenchimento: Manual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Valida o formato e atualiza o endereço associado ao usuário.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Senha antiga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Senha protegida   ·   Preenchimento: Manual   ·   Obrigatório: Sim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Confirma a senha atual antes de autorizar a troca.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ACESSO E INÍCIO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Nova senha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Senha protegida   ·   Preenchimento: Manual   ·   Obrigatório: Sim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Deve cumprir a política de comprimento, similaridade e segurança configurada.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Confirmação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Senha protegida   ·   Preenchimento: Manual   ·   Obrigatório: Sim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Deve coincidir com a nova senha antes da gravação do hash.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ACESSO E INÍCIO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Áreas de trabalho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Google Drive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ACESSO E INÍCIO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049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Nome da nova pasta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Salvar alterações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Valida e persiste somente o bloco de dados pessoais.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11–12 de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ACESSO E INÍCIO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Alterar senha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Grava o novo hash, preserva a sessão atual e encerra as demais sessões conforme aviso da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Conectar conta Google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13–14 de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ACESSO E INÍCIO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051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Trocar conta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Desconectar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15–16 de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ACESSO E INÍCIO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Ver no Drive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17–18 de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ACESSO E INÍCIO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053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Criar nova pasta aqui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validação deste estado e persiste somente os dados próprios da etapa quando a pessoa tem permissão.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Criar pasta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validação deste estado e persiste somente os dados próprios da etapa quando a pessoa tem permissão.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19–20 de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ACESSO E INÍCIO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Usar esta pasta como destino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Ver prévia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21–22 de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ACESSO E INÍCIO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055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Reorganizar tudo no Drive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Tentar novamente agora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TELA-004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5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ACESSO E INÍCIO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056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Artefato/documento relevante é salvo → signals podem organizar/sincronizar no Drive; falha é registrada e, quando há request, gera mensagem → erro externo não desaparece silenciosamente.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RN-163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Credenciais/tokens são persistidos → migração criptografa tokens e credenciais podem ser por usuário/área → segredo não fica em texto simples de regra.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TELA-004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5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ACESSO E INÍCIO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057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Reorganização é iniciada → job começa em andamento e contabiliza eventos processados, avulsos e erros; termina concluída ou erro → execução longa tem progresso persistido.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Arquivo sincronizado representa documento/evento → IDs de arquivo/pasta/atalho e flag mock são gravados → modo real e simulado são distinguíveis.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TELA-004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5–5 de 5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ACESSO E INÍCIO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058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Sincronização falha → DriveSyncStatus incrementa tentativas e mantém último erro; tarefas de retry processam pendências → efeito externo é recuperável.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TELA-004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ACESSO E INÍCIO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059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descarte de área de sessão inválida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exceções pessoais de perfil/logout/seleção de área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731520"/>
            <a:ext cx="960120" cy="960120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768096"/>
            <a:ext cx="960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071A33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Cadastros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27248"/>
            <a:ext cx="9875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C5D7E5"/>
                </a:solidFill>
                <a:latin typeface="Aptos"/>
              </a:rPr>
              <a:t>Manter as referências reutilizadas pelos processos de viagem.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5138928"/>
            <a:ext cx="2834640" cy="109728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Cadastros · visão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Objetivo, entradas, saídas e relações antes das páginas detalhadas.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VISÃO DOS MÓDULOS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061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57800" cy="123444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OBJETIVO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773936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Manter as referências reutilizadas pelos processos de viagem.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298448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453895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FUNÇÕES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773936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Servidores, unidades, cargos, localidades, combustíveis, viaturas e tipos de evento.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2825496"/>
            <a:ext cx="5257800" cy="123444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2980944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ENTRADAS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300984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Dados institucionais e catálogos operacionais.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2825496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980944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SAÍDAS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300984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Opções padronizadas para formulários, documentos e cálculos.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4443984"/>
            <a:ext cx="5349240" cy="123444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4599432"/>
            <a:ext cx="4892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RELAÇÕES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919472"/>
            <a:ext cx="4892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Alimenta eventos, roteiros, ofícios, planos, ordens e prestações.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TELA-005 · Central de cadastros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062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adastros-hu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039" y="1261872"/>
            <a:ext cx="6582600" cy="501091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Executar a etapa operacional de cadastros indicada pelo título, com feedback de validação e estado.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Cadastros pelo menu e siga para `/cadastros/`;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o processo alcançar esta etapa ou quando for necessário revisar o estado correspondente.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Alimenta eventos, roteiros, ofícios, planos, ordens e prestações.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Central de cadastros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063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adastros-hu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471" y="1234440"/>
            <a:ext cx="6678696" cy="50840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Etapa e 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identifica registro, sequência e pendências.</a:t>
            </a:r>
          </a:p>
        </p:txBody>
      </p:sp>
      <p:sp>
        <p:nvSpPr>
          <p:cNvPr id="15" name="Oval 14"/>
          <p:cNvSpPr/>
          <p:nvPr/>
        </p:nvSpPr>
        <p:spPr>
          <a:xfrm>
            <a:off x="1268598" y="149083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8598" y="150455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70934" y="1692005"/>
            <a:ext cx="6631818" cy="118507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Campos principais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Preencha os dados visíveis e observe obrigatoriedades.</a:t>
            </a:r>
          </a:p>
        </p:txBody>
      </p:sp>
      <p:sp>
        <p:nvSpPr>
          <p:cNvPr id="23" name="Oval 22"/>
          <p:cNvSpPr/>
          <p:nvPr/>
        </p:nvSpPr>
        <p:spPr>
          <a:xfrm>
            <a:off x="3005059" y="296521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05059" y="297893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407395" y="3035808"/>
            <a:ext cx="4895357" cy="13057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Dependências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Escolhas podem revelar, bloquear ou preencher outros campos.</a:t>
            </a:r>
          </a:p>
        </p:txBody>
      </p:sp>
      <p:sp>
        <p:nvSpPr>
          <p:cNvPr id="31" name="Oval 30"/>
          <p:cNvSpPr/>
          <p:nvPr/>
        </p:nvSpPr>
        <p:spPr>
          <a:xfrm>
            <a:off x="5075455" y="4287072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5455" y="4300788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477791" y="4261104"/>
            <a:ext cx="2824961" cy="22713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Continuidade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Salvar ou avançar valida os dados e conduz ao próximo estado.</a:t>
            </a:r>
          </a:p>
        </p:txBody>
      </p:sp>
      <p:sp>
        <p:nvSpPr>
          <p:cNvPr id="39" name="Oval 38"/>
          <p:cNvSpPr/>
          <p:nvPr/>
        </p:nvSpPr>
        <p:spPr>
          <a:xfrm>
            <a:off x="6477981" y="540556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77981" y="541928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6880317" y="5486400"/>
            <a:ext cx="1422435" cy="120335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064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Servidores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Cargos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065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Viaturas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Combustíveis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066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Unidades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Estados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067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Cidades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Tipos de evento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068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Configurações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Servidores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11–12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069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Cargos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Viaturas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13–14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070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Combustíveis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Unidades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15–16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071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Estados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Cidades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17–18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072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Tipos de evento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Configurações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TELA-005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073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TELA-006 · Editar cargo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074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argo-edit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Revisar e atualizar dados existentes, preservando vínculos e regras de autorização.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Cadastros pelo menu e siga para `/cadastros/cargos/`;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para corrigir ou complementar um registro já existente, dentro das permissões da área.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Alimenta eventos, roteiros, ofícios, planos, ordens e prestações.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Editar cargo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075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argo-edit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Etapa e 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identifica registro, sequência e pendências.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Campos principais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Preencha os dados visíveis e observe obrigatoriedades.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Dependências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Escolhas podem revelar, bloquear ou preencher outros campos.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Continuidade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Salvar ou avançar valida os dados e conduz ao próximo estado.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076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Cargo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Sim/Não   ·   Preenchimento: Opções predefinidas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Ao marcar, desmarca o padrão anterior da mesma área.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Cargo padrão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Sim/Não   ·   Preenchimento: Opções predefinidas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Ao marcar, desmarca o padrão anterior da mesma área.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077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Manual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Retorna à lista sem criar uma nova versão do cadastro.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Salvar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Valida unicidade e persiste o cadastro; vínculos protegidos condicionam exclusão posterior.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TELA-006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3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078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Unidade/Cargo/Combustível/Servidor/Viatura é salvo → nomes/modelo/siglas são normalizados (maiúsculas e espaços) → comparação e documentos usam forma canônica.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Cargo ou combustível é marcado padrão → demais padrões da mesma área são desmarcados → no máximo um padrão por área/global.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TELA-006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3–3 de 3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079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Exclusão de cadastro protegido encontra vínculo → ProtectedError é traduzido em mensagem funcional e exclusão é bloqueada → registro referenciado permanece.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TELA-006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080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TELA-007 · Novo cargo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081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argo-edit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Cadastrar um novo registro com validações de formato, obrigatoriedade e coerência de domínio.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Cadastros pelo menu e siga para `/cadastros/cargos/novo/`;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ainda não existe um registro para o processo que será iniciado.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Alimenta eventos, roteiros, ofícios, planos, ordens e prestações.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Novo cargo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082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argo-edit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Etapa e 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identifica registro, sequência e pendências.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Campos principais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Preencha os dados visíveis e observe obrigatoriedades.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Dependências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Escolhas podem revelar, bloquear ou preencher outros campos.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Continuidade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Salvar ou avançar valida os dados e conduz ao próximo estado.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TELA-007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083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Cargo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Sim/Não   ·   Preenchimento: Opções predefinidas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Ao marcar, desmarca o padrão anterior da mesma área.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Cargo padrão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Sim/Não   ·   Preenchimento: Opções predefinidas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Ao marcar, desmarca o padrão anterior da mesma área.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TELA-007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084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Manual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Retorna à lista sem criar uma nova versão do cadastro.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Salvar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Valida unicidade e persiste o cadastro; vínculos protegidos condicionam exclusão posterior.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TELA-007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2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085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Unidade/Cargo/Combustível/Servidor/Viatura é salvo → nomes/modelo/siglas são normalizados (maiúsculas e espaços) → comparação e documentos usam forma canônica.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Cargo ou combustível é marcado padrão → demais padrões da mesma área são desmarcados → no máximo um padrão por área/global.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TELA-007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086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TELA-008 · Lista de cargos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087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argo-edit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Localizar, filtrar e abrir registros do módulo, respeitando a área ativa e o papel do usuário.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Cadastros pelo menu e siga para `/cadastros/cargos/`;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para localizar registros, comparar estados e iniciar consulta, edição ou criação.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Alimenta eventos, roteiros, ofícios, planos, ordens e prestações.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Lista de cargos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088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argo-edit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Confirme módulo, área ativa e perfil antes de agir.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Filtros e ordenação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Use os controles para reduzir e organizar os resultados.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Registros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Cada card ou linha resume dados, situação e vínculos.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Abra, edite, crie ou baixe conforme estado e permissão.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089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Buscar cargos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Restringe os resultados desta tela e não altera os registros persistidos.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Novo cargo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090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Limpar busca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Muda somente a apresentação ou os critérios da tela; não modifica o cadastro persistido.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Editar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091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Definir como padrão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Excluir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TELA-008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2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092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Cargo ou combustível é marcado padrão → demais padrões da mesma área são desmarcados → no máximo um padrão por área/global.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Exclusão de cadastro protegido encontra vínculo → ProtectedError é traduzido em mensagem funcional e exclusão é bloqueada → registro referenciado permanece.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TELA-008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093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TELA-009 · Lista de cidades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094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idades-lis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Localizar, filtrar e abrir registros do módulo, respeitando a área ativa e o papel do usuário.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Cadastros pelo menu e siga para `/cadastros/cidades/`;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para localizar registros, comparar estados e iniciar consulta, edição ou criação.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Alimenta eventos, roteiros, ofícios, planos, ordens e prestações.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Lista de cidades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095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idades-lis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Confirme módulo, área ativa e perfil antes de agir.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Filtros e ordenação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Use os controles para reduzir e organizar os resultados.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Registros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Cada card ou linha resume dados, situação e vínculos.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Abra, edite, crie ou baixe conforme estado e permissão.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096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Buscar cidades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Restringe os resultados desta tela e não altera os registros persistidos.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097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Nova cidade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Limpar busca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Muda somente a apresentação ou os critérios da tela; não modifica o cadastro persistido.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098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Exportar 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Produz ou entrega o artefato indicado somente após as validações e condições funcionais aplicáveis.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Editar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7–7 de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099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Excluir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TELA-009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2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Estado/cidade são persistidos → cidade pertence a estado, nome+estado é único, código IBGE preenchido é único e uf espelha o estado → base geográfica consistente.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Exclusão de cadastro protegido encontra vínculo → ProtectedError é traduzido em mensagem funcional e exclusão é bloqueada → registro referenciado permanece.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TELA-009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TELA-010 · Lista de combustíveis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102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mbustiveis-lis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Localizar, filtrar e abrir registros do módulo, respeitando a área ativa e o papel do usuário.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Cadastros pelo menu e siga para `/cadastros/combustiveis/`;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para localizar registros, comparar estados e iniciar consulta, edição ou criação.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Alimenta eventos, roteiros, ofícios, planos, ordens e prestações.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Lista de combustíveis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103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mbustiveis-lis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Confirme módulo, área ativa e perfil antes de agir.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Filtros e ordenação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Use os controles para reduzir e organizar os resultados.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Registros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Cada card ou linha resume dados, situação e vínculos.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Abra, edite, crie ou baixe conforme estado e permissão.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TELA-010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Buscar combustíveis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Restringe os resultados desta tela e não altera os registros persistidos.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Novo combustível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TELA-010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Limpar busca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Muda somente a apresentação ou os critérios da tela; não modifica o cadastro persistido.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Editar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TELA-010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Definir como padrão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Excluir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TELA-010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2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Cargo ou combustível é marcado padrão → demais padrões da mesma área são desmarcados → no máximo um padrão por área/global.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Exclusão de cadastro protegido encontra vínculo → ProtectedError é traduzido em mensagem funcional e exclusão é bloqueada → registro referenciado permanece.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TELA-010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TELA-011 · Editar combustível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109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mbustiveis-lis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Revisar e atualizar dados existentes, preservando vínculos e regras de autorização.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Cadastros pelo menu e siga para `/cadastros/combustiveis/`;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para corrigir ou complementar um registro já existente, dentro das permissões da área.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Alimenta eventos, roteiros, ofícios, planos, ordens e prestações.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Editar combustível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110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mbustiveis-lis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Etapa e 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identifica registro, sequência e pendências.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Campos principais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Preencha os dados visíveis e observe obrigatoriedades.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Dependências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Escolhas podem revelar, bloquear ou preencher outros campos.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Continuidade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Salvar ou avançar valida os dados e conduz ao próximo estado.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TELA-011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Combustível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Sim/Não   ·   Preenchimento: Opções predefinidas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Ao marcar, substitui o padrão anterior da mesma área.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Combustível padrão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Sim/Não   ·   Preenchimento: Opções predefinidas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Ao marcar, substitui o padrão anterior da mesma área.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TELA-011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Manual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Retorna ao catálogo sem alterar o registro se nada foi salvo.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Salvar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Valida e persiste o item de catálogo.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TELA-011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3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Unidade/Cargo/Combustível/Servidor/Viatura é salvo → nomes/modelo/siglas são normalizados (maiúsculas e espaços) → comparação e documentos usam forma canônica.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Cargo ou combustível é marcado padrão → demais padrões da mesma área são desmarcados → no máximo um padrão por área/global.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TELA-011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3–3 de 3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Exclusão de cadastro protegido encontra vínculo → ProtectedError é traduzido em mensagem funcional e exclusão é bloqueada → registro referenciado permanece.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TELA-011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TELA-012 · Novo combustível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mbustiveis-lis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Cadastrar um novo registro com validações de formato, obrigatoriedade e coerência de domínio.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Cadastros pelo menu e siga para `/cadastros/combustiveis/novo/`;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ainda não existe um registro para o processo que será iniciado.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Alimenta eventos, roteiros, ofícios, planos, ordens e prestações.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Novo combustível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117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mbustiveis-lis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Etapa e 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identifica registro, sequência e pendências.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Campos principais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Preencha os dados visíveis e observe obrigatoriedades.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Dependências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Escolhas podem revelar, bloquear ou preencher outros campos.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Continuidade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Salvar ou avançar valida os dados e conduz ao próximo estado.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Combustível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Sim/Não   ·   Preenchimento: Opções predefinidas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Ao marcar, substitui o padrão anterior da mesma área.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Combustível padrão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Sim/Não   ·   Preenchimento: Opções predefinidas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Ao marcar, substitui o padrão anterior da mesma área.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Manual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Retorna ao catálogo sem alterar o registro se nada foi salvo.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Salvar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Valida e persiste o item de catálogo.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TELA-012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2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Unidade/Cargo/Combustível/Servidor/Viatura é salvo → nomes/modelo/siglas são normalizados (maiúsculas e espaços) → comparação e documentos usam forma canônica.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Cargo ou combustível é marcado padrão → demais padrões da mesma área são desmarcados → no máximo um padrão por área/global.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TELA-012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TELA-013 · Lista de estados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122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stados-lis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Localizar, filtrar e abrir registros do módulo, respeitando a área ativa e o papel do usuário.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Cadastros pelo menu e siga para `/cadastros/estados/`;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para localizar registros, comparar estados e iniciar consulta, edição ou criação.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Alimenta eventos, roteiros, ofícios, planos, ordens e prestações.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Lista de estados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123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stados-lis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Confirme módulo, área ativa e perfil antes de agir.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Filtros e ordenação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Use os controles para reduzir e organizar os resultados.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Registros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Cada card ou linha resume dados, situação e vínculos.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Abra, edite, crie ou baixe conforme estado e permissão.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Buscar estados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Restringe os resultados desta tela e não altera os registros persistidos.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Sigla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Código IBGE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Novo estado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Salvar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validação deste estado e persiste somente os dados próprios da etapa quando a pessoa tem permissão.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Cancelar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Limpar busca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Muda somente a apresentação ou os critérios da tela; não modifica o cadastro persistido.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Editar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Excluir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TELA-013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2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Estado/cidade são persistidos → cidade pertence a estado, nome+estado é único, código IBGE preenchido é único e uf espelha o estado → base geográfica consistente.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Exclusão de cadastro protegido encontra vínculo → ProtectedError é traduzido em mensagem funcional e exclusão é bloqueada → registro referenciado permanece.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TELA-013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TELA-014 · Editar servidor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131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ervidor-edit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Revisar e atualizar dados existentes, preservando vínculos e regras de autorização.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Cadastros pelo menu e siga para `/cadastros/servidores/1/editar/`;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para corrigir ou complementar um registro já existente, dentro das permissões da área.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Alimenta eventos, roteiros, ofícios, planos, ordens e prestações.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Editar servidor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132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ervidor-edit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Etapa e 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identifica registro, sequência e pendências.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Campos principais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Preencha os dados visíveis e observe obrigatoriedades.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Dependências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Escolhas podem revelar, bloquear ou preencher outros campos.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Continuidade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Salvar ou avançar valida os dados e conduz ao próximo estado.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  ·   Preenchimento: Manual   ·   Obrigatório: Sim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normalizado em maiúsculas e deve ser único dentro da área.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Cargo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Opções da área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Usa o cargo padrão na criação quando disponível e persiste a função do servidor.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CPF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com máscara   ·   Preenchimento: Manual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Remove a máscara, valida os dígitos verificadores e impede repetição na mesma área.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Opções da área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Usa o cargo padrão na criação quando disponível e persiste a função do servidor.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Telefone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com máscara   ·   Preenchimento: Manual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Aceita 10 ou 11 dígitos, armazena somente números e impede repetição na área.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Unidade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Busca com seleção   ·   Preenchimento: Opções da área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Vincula o servidor a uma unidade ativa da área.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Gerenciar cargos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Gerenciar unidades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Manual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Retorna ao fluxo de origem preservado, quando a criação foi aberta de outra etapa.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Salvar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Valida os dados, atualiza a completude do cadastro e persiste o servidor.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TELA-014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7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Unidade/Cargo/Combustível/Servidor/Viatura é salvo → nomes/modelo/siglas são normalizados (maiúsculas e espaços) → comparação e documentos usam forma canônica.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Servidor é cadastrado → status começa RASCUNHO; quando campos de completude atendem a regra passa a COMPLETO → pickers podem sinalizar rascunhos.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TELA-014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7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139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CPF é informado → máscara é removida, dígitos verificadores são validados e persistem 11 dígitos → CPF inválido é rejeitado.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RG é marcado como inexistente → valor canônico de “não possui RG” substitui digitação; caso contrário RG normalizado é opcional → unicidade ignora apenas o valor canônico.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TELA-014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5–6 de 7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Telefone é preenchido → deve conter 10 ou 11 dígitos e é armazenado limpo → formato inválido é rejeitado.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Servidor possui nome/CPF/RG/telefone já usados na mesma área (quando preenchidos) → constraints condicionais impedem duplicidade → áreas diferentes podem manter seus próprios cadastros.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TELA-014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7–7 de 7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Exclusão de servidor é solicitada → prestações com prova irrefazível são examinadas antes da remoção → comprovante, assinatura ou número manual podem impedir perda do cadastro.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TELA-014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TELA-015 · Novo servidor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143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ervidor-nov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Cadastrar um novo registro com validações de formato, obrigatoriedade e coerência de domínio.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Cadastros pelo menu e siga para `/cadastros/servidores/novo/`;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ainda não existe um registro para o processo que será iniciado.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Alimenta eventos, roteiros, ofícios, planos, ordens e prestações.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Novo servidor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144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ervidor-nov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Etapa e 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identifica registro, sequência e pendências.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Campos principais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Preencha os dados visíveis e observe obrigatoriedades.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Dependências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Escolhas podem revelar, bloquear ou preencher outros campos.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Continuidade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Salvar ou avançar valida os dados e conduz ao próximo estado.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  ·   Preenchimento: Manual   ·   Obrigatório: Sim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normalizado em maiúsculas e deve ser único dentro da área.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Cargo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Opções da área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Usa o cargo padrão na criação quando disponível e persiste a função do servidor.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CPF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com máscara   ·   Preenchimento: Manual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Remove a máscara, valida os dígitos verificadores e impede repetição na mesma área.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Opções da área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Usa o cargo padrão na criação quando disponível e persiste a função do servidor.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Telefone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com máscara   ·   Preenchimento: Manual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Aceita 10 ou 11 dígitos, armazena somente números e impede repetição na área.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Unidade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Busca com seleção   ·   Preenchimento: Opções da área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Vincula o servidor a uma unidade ativa da área.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Gerenciar cargos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Gerenciar unidades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149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Manual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Retorna ao fluxo de origem preservado, quando a criação foi aberta de outra etapa.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Salvar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Valida os dados, atualiza a completude do cadastro e persiste o servidor.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TELA-015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6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Unidade/Cargo/Combustível/Servidor/Viatura é salvo → nomes/modelo/siglas são normalizados (maiúsculas e espaços) → comparação e documentos usam forma canônica.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Servidor é cadastrado → status começa RASCUNHO; quando campos de completude atendem a regra passa a COMPLETO → pickers podem sinalizar rascunhos.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TELA-015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6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151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CPF é informado → máscara é removida, dígitos verificadores são validados e persistem 11 dígitos → CPF inválido é rejeitado.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RG é marcado como inexistente → valor canônico de “não possui RG” substitui digitação; caso contrário RG normalizado é opcional → unicidade ignora apenas o valor canônico.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TELA-015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5–6 de 6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Telefone é preenchido → deve conter 10 ou 11 dígitos e é armazenado limpo → formato inválido é rejeitado.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Servidor possui nome/CPF/RG/telefone já usados na mesma área (quando preenchidos) → constraints condicionais impedem duplicidade → áreas diferentes podem manter seus próprios cadastros.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TELA-015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153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TELA-016 · Lista de servidores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154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ervidores-lis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Localizar, filtrar e abrir registros do módulo, respeitando a área ativa e o papel do usuário.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Cadastros pelo menu e siga para `/cadastros/servidores/`;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para localizar registros, comparar estados e iniciar consulta, edição ou criação.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Alimenta eventos, roteiros, ofícios, planos, ordens e prestações.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Lista de servidores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155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ervidores-lis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Confirme módulo, área ativa e perfil antes de agir.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Filtros e ordenação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Use os controles para reduzir e organizar os resultados.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Registros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Cada card ou linha resume dados, situação e vínculos.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Abra, edite, crie ou baixe conforme estado e permissão.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156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Buscar servidores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Restringe os resultados desta tela e não altera os registros persistidos.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Filtrar por cargo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157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Novo servidor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Limpar filtros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Muda somente a apresentação ou os critérios da tela; não modifica o cadastro persistido.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158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Editar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Excluir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TELA-016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3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159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Servidor é cadastrado → status começa RASCUNHO; quando campos de completude atendem a regra passa a COMPLETO → pickers podem sinalizar rascunhos.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Servidor possui nome/CPF/RG/telefone já usados na mesma área (quando preenchidos) → constraints condicionais impedem duplicidade → áreas diferentes podem manter seus próprios cadastros.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TELA-016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3–3 de 3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Exclusão de servidor é solicitada → prestações com prova irrefazível são examinadas antes da remoção → comprovante, assinatura ou número manual podem impedir perda do cadastro.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TELA-016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161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TELA-017 · Tipos evento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162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pos-even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Executar a etapa operacional de cadastros indicada pelo título, com feedback de validação e estado.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Cadastros pelo menu e siga para `/eventos/tipos/`;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o processo alcançar esta etapa ou quando for necessário revisar o estado correspondente.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Alimenta eventos, roteiros, ofícios, planos, ordens e prestações.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Tipos evento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163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pos-even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Navegação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mantém área, usuário, tema e caminhos do módulo.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Conteúdo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 região central apresenta dados e controles da finalidade atual.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Avisos, badges e etapas mostram o andamento do processo.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Os comandos disponíveis dependem do estado e da autorização.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TELA-017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164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Buscar tipos de evento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Restringe os resultados desta tela e não altera os registros persistidos.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  ·   Preenchimento: Manual   ·   Obrigatório: Sim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Identifica a categoria reutilizável oferecida no cadastro guiado de eventos.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TELA-017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165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Novo tipo de evento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Salvar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Valida e persiste o tipo de evento na área ativa.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TELA-017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166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Cancelar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Limpar busca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Muda somente a apresentação ou os critérios da tela; não modifica o cadastro persistido.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TELA-017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167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Editar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Excluir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TELA-017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168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TELA-018 · Editar 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169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nidade-edit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Revisar e atualizar dados existentes, preservando vínculos e regras de autorização.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Cadastros pelo menu e siga para `/cadastros/unidades/`;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para corrigir ou complementar um registro já existente, dentro das permissões da área.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Alimenta eventos, roteiros, ofícios, planos, ordens e prestações.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Editar 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170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nidade-edit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Etapa e 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identifica registro, sequência e pendências.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Campos principais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Preencha os dados visíveis e observe obrigatoriedades.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Dependências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Escolhas podem revelar, bloquear ou preencher outros campos.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Continuidade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Salvar ou avançar valida os dados e conduz ao próximo estado.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171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  ·   Preenchimento: Manual   ·   Obrigatório: Sim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Deve ser único na área e identifica a unidade em cadastros e documentos.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Sigla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  ·   Preenchimento: Manual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removida de espaços excedentes, convertida para maiúsculas e persistida com a unidade.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172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Servidores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Busca com seleção múltipla   ·   Preenchimento: Opções consultadas pelo sistema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Busca servidores por nome, cargo, CPF ou RG e sincroniza a lotação dos selecionados ao salvar.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5–5 de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173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Salvar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Valida o cadastro e sincroniza os vínculos de servidores dentro da área ativa.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TELA-018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2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174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Unidade/Cargo/Combustível/Servidor/Viatura é salvo → nomes/modelo/siglas são normalizados (maiúsculas e espaços) → comparação e documentos usam forma canônica.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Exclusão de cadastro protegido encontra vínculo → ProtectedError é traduzido em mensagem funcional e exclusão é bloqueada → registro referenciado permanece.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TELA-018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TELA-019 · Nova 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176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nidade-edit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Cadastrar um novo registro com validações de formato, obrigatoriedade e coerência de domínio.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Cadastros pelo menu e siga para `/cadastros/unidades/nova/`;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ainda não existe um registro para o processo que será iniciado.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Alimenta eventos, roteiros, ofícios, planos, ordens e prestações.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Nova 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177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nidade-edit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Navegação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mantém área, usuário, tema e caminhos do módulo.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Conteúdo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 região central apresenta dados e controles da finalidade atual.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Avisos, badges e etapas mostram o andamento do processo.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Os comandos disponíveis dependem do estado e da autorização.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178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  ·   Preenchimento: Manual   ·   Obrigatório: Sim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Deve ser único na área e identifica a unidade em cadastros e documentos.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Sigla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  ·   Preenchimento: Manual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removida de espaços excedentes, convertida para maiúsculas e persistida com a unidade.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179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Servidores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Busca com seleção múltipla   ·   Preenchimento: Opções consultadas pelo sistema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Busca servidores por nome, cargo, CPF ou RG e sincroniza a lotação dos selecionados ao salvar.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5–5 de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180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Salvar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Valida o cadastro e sincroniza os vínculos de servidores dentro da área ativa.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TELA-019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1–1 de 1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181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Unidade/Cargo/Combustível/Servidor/Viatura é salvo → nomes/modelo/siglas são normalizados (maiúsculas e espaços) → comparação e documentos usam forma canônica.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TELA-019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182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TELA-020 · Lista de unidades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183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nidade-edit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Localizar, filtrar e abrir registros do módulo, respeitando a área ativa e o papel do usuário.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Cadastros pelo menu e siga para `/cadastros/unidades/`;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para localizar registros, comparar estados e iniciar consulta, edição ou criação.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Alimenta eventos, roteiros, ofícios, planos, ordens e prestações.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Lista de unidades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184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nidade-edit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Confirme módulo, área ativa e perfil antes de agir.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Filtros e ordenação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Use os controles para reduzir e organizar os resultados.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Registros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Cada card ou linha resume dados, situação e vínculos.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Abra, edite, crie ou baixe conforme estado e permissão.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TELA-020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185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Buscar unidades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Restringe os resultados desta tela e não altera os registros persistidos.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Nova unidade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TELA-020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186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Limpar busca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Muda somente a apresentação ou os critérios da tela; não modifica o cadastro persistido.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Editar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TELA-020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5–5 de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187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Excluir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TELA-020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1–1 de 1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188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Exclusão de cadastro protegido encontra vínculo → ProtectedError é traduzido em mensagem funcional e exclusão é bloqueada → registro referenciado permanece.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TELA-020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189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TELA-021 · Editar viatura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190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viatura-edit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Revisar e atualizar dados existentes, preservando vínculos e regras de autorização.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Cadastros pelo menu e siga para `/cadastros/viaturas/1/editar/`;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para corrigir ou complementar um registro já existente, dentro das permissões da área.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Alimenta eventos, roteiros, ofícios, planos, ordens e prestações.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Editar viatura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191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viatura-edit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Etapa e 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identifica registro, sequência e pendências.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Campos principais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Preencha os dados visíveis e observe obrigatoriedades.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Dependências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Escolhas podem revelar, bloquear ou preencher outros campos.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Continuidade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Salvar ou avançar valida os dados e conduz ao próximo estado.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TELA-021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192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Placa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com máscara   ·   Preenchimento: Manual   ·   Obrigatório: Sim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Aceita padrão antigo ou Mercosul, remove hífen, usa maiúsculas e deve ser única na área.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Modelo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  ·   Preenchimento: Manual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normalizado em maiúsculas e identifica a viatura nos documentos.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TELA-021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193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Tipo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Caracterizada ou descaracterizada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Define a caracterização apresentada no cadastro e nos documentos.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Combustível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Catálogo da área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Inicia com o combustível padrão quando existente e persiste a referência selecionada.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TELA-021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194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Unidade (opcional)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Busca com seleção   ·   Preenchimento: Opções da área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Relaciona opcionalmente a viatura à unidade responsável.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Motoristas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Busca com seleção múltipla   ·   Preenchimento: Servidores da área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Sincroniza a relação de motoristas habilitados para a viatura.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TELA-021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195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Gerenciar combustíveis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Gerenciar unidades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TELA-021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196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Gerenciar servidores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Manual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Retorna à lista ou ao fluxo que solicitou o cadastro.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TELA-021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11–11 de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197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Salvar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Valida placa e vínculos antes de criar ou atualizar a viatura.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TELA-021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5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198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Unidade/Cargo/Combustível/Servidor/Viatura é salvo → nomes/modelo/siglas são normalizados (maiúsculas e espaços) → comparação e documentos usam forma canônica.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Viatura é cadastrada → placa aceita padrão Mercosul ou antigo, remove hífen e força maiúsculas; modelo é obrigatório/maiúsculo → persistência canônica.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TELA-021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5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199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Placa se repete na mesma área → constraint rejeita; em área diferente pode existir → unicidade é territorial.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Viatura escolhe tipo → opções são CARACTERIZADA ou DESCARACTERIZADA; motoristas são servidores N:N opcionais → não existe entidade motorista separada.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TELA-021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5–5 de 5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Exclusão de cadastro protegido encontra vínculo → ProtectedError é traduzido em mensagem funcional e exclusão é bloqueada → registro referenciado permanece.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TELA-021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TELA-022 · Nova viatura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202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viatura-nov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Cadastrar um novo registro com validações de formato, obrigatoriedade e coerência de domínio.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Cadastros pelo menu e siga para `/cadastros/viaturas/nova/`;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ainda não existe um registro para o processo que será iniciado.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Alimenta eventos, roteiros, ofícios, planos, ordens e prestações.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Nova viatura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203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viatura-nov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Navegação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mantém área, usuário, tema e caminhos do módulo.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Conteúdo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 região central apresenta dados e controles da finalidade atual.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Avisos, badges e etapas mostram o andamento do processo.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Os comandos disponíveis dependem do estado e da autorização.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Placa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com máscara   ·   Preenchimento: Manual   ·   Obrigatório: Sim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Aceita padrão antigo ou Mercosul, remove hífen, usa maiúsculas e deve ser única na área.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Modelo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  ·   Preenchimento: Manual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normalizado em maiúsculas e identifica a viatura nos documentos.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Tipo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Caracterizada ou descaracterizada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Define a caracterização apresentada no cadastro e nos documentos.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Combustível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Catálogo da área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Inicia com o combustível padrão quando existente e persiste a referência selecionada.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Unidade (opcional)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Busca com seleção   ·   Preenchimento: Opções da área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Relaciona opcionalmente a viatura à unidade responsável.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Motoristas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Busca com seleção múltipla   ·   Preenchimento: Servidores da área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Sincroniza a relação de motoristas habilitados para a viatura.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Gerenciar combustíveis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Gerenciar unidades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Gerenciar servidores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Manual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Retorna à lista ou ao fluxo que solicitou o cadastro.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11–11 de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Salvar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Valida placa e vínculos antes de criar ou atualizar a viatura.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TELA-022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4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Unidade/Cargo/Combustível/Servidor/Viatura é salvo → nomes/modelo/siglas são normalizados (maiúsculas e espaços) → comparação e documentos usam forma canônica.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Viatura é cadastrada → placa aceita padrão Mercosul ou antigo, remove hífen e força maiúsculas; modelo é obrigatório/maiúsculo → persistência canônica.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TELA-022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4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Placa se repete na mesma área → constraint rejeita; em área diferente pode existir → unicidade é territorial.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Viatura escolhe tipo → opções são CARACTERIZADA ou DESCARACTERIZADA; motoristas são servidores N:N opcionais → não existe entidade motorista separada.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TELA-022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TELA-023 · Lista de viaturas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213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viaturas-lis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Localizar, filtrar e abrir registros do módulo, respeitando a área ativa e o papel do usuário.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Cadastros pelo menu e siga para `/cadastros/viaturas/`;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para localizar registros, comparar estados e iniciar consulta, edição ou criação.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Alimenta eventos, roteiros, ofícios, planos, ordens e prestações.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Lista de viaturas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viaturas-lis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Confirme módulo, área ativa e perfil antes de agir.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Filtros e ordenação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Use os controles para reduzir e organizar os resultados.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Registros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Cada card ou linha resume dados, situação e vínculos.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Abra, edite, crie ou baixe conforme estado e permissão.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Buscar viaturas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Restringe os resultados desta tela e não altera os registros persistidos.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Filtrar por unidade ou combustível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Nova viatura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Limpar filtros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Muda somente a apresentação ou os critérios da tela; não modifica o cadastro persistido.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Editar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Excluir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TELA-023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4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Viatura é cadastrada → placa aceita padrão Mercosul ou antigo, remove hífen e força maiúsculas; modelo é obrigatório/maiúsculo → persistência canônica.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Placa se repete na mesma área → constraint rejeita; em área diferente pode existir → unicidade é territorial.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TELA-023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4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Viatura escolhe tipo → opções são CARACTERIZADA ou DESCARACTERIZADA; motoristas são servidores N:N opcionais → não existe entidade motorista separada.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Exclusão de cadastro protegido encontra vínculo → ProtectedError é traduzido em mensagem funcional e exclusão é bloqueada → registro referenciado permanece.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TELA-023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CADASTROS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731520"/>
            <a:ext cx="960120" cy="960120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768096"/>
            <a:ext cx="960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071A33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Eventos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27248"/>
            <a:ext cx="9875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C5D7E5"/>
                </a:solidFill>
                <a:latin typeface="Aptos"/>
              </a:rPr>
              <a:t>Agrupar uma operação ou atividade institucional e conduzir sua preparação.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5138928"/>
            <a:ext cx="2834640" cy="109728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221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Eventos · visão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Objetivo, entradas, saídas e relações antes das páginas detalhadas.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VISÃO DOS MÓDULOS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57800" cy="123444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OBJETIVO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773936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Agrupar uma operação ou atividade institucional e conduzir sua preparação.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298448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453895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FUNÇÕES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773936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Cadastro administrativo, fluxo guiado, roteiros, documentos e revisão.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2825496"/>
            <a:ext cx="5257800" cy="123444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2980944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ENTRADAS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300984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Período, destino, finalidade, responsáveis, participantes e anexos.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2825496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980944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SAÍDAS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300984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Evento estruturado, vínculos e documentos de planejamento.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4443984"/>
            <a:ext cx="5349240" cy="123444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4599432"/>
            <a:ext cx="4892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RELAÇÕES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919472"/>
            <a:ext cx="4892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Organiza roteiros, ofícios, justificativas e planos de trabalho.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TELA-024 · Detalhe do evento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223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ventos-detalh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977" y="1261872"/>
            <a:ext cx="5766724" cy="501091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Executar a etapa operacional de eventos indicada pelo título, com feedback de validação e estado.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Eventos pelo menu e siga para `/eventos/1/`;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o processo alcançar esta etapa ou quando for necessário revisar o estado correspondente.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Organiza roteiros, ofícios, justificativas e planos de trabalho.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Detalhe do evento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224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ventos-detalh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364" y="1234440"/>
            <a:ext cx="5850910" cy="50840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Navegação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mantém área, usuário, tema e caminhos do módulo.</a:t>
            </a:r>
          </a:p>
        </p:txBody>
      </p:sp>
      <p:sp>
        <p:nvSpPr>
          <p:cNvPr id="15" name="Oval 14"/>
          <p:cNvSpPr/>
          <p:nvPr/>
        </p:nvSpPr>
        <p:spPr>
          <a:xfrm>
            <a:off x="1616268" y="149083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16268" y="150455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018604" y="1692005"/>
            <a:ext cx="6284148" cy="118507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Conteúdo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 região central apresenta dados e controles da finalidade atual.</a:t>
            </a:r>
          </a:p>
        </p:txBody>
      </p:sp>
      <p:sp>
        <p:nvSpPr>
          <p:cNvPr id="23" name="Oval 22"/>
          <p:cNvSpPr/>
          <p:nvPr/>
        </p:nvSpPr>
        <p:spPr>
          <a:xfrm>
            <a:off x="3137505" y="296521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37505" y="297893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539841" y="3035808"/>
            <a:ext cx="4762911" cy="13057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Avisos, badges e etapas mostram o andamento do processo.</a:t>
            </a:r>
          </a:p>
        </p:txBody>
      </p:sp>
      <p:sp>
        <p:nvSpPr>
          <p:cNvPr id="31" name="Oval 30"/>
          <p:cNvSpPr/>
          <p:nvPr/>
        </p:nvSpPr>
        <p:spPr>
          <a:xfrm>
            <a:off x="4951287" y="4287072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51287" y="4300788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353623" y="4261104"/>
            <a:ext cx="2949129" cy="22713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Os comandos disponíveis dependem do estado e da autorização.</a:t>
            </a:r>
          </a:p>
        </p:txBody>
      </p:sp>
      <p:sp>
        <p:nvSpPr>
          <p:cNvPr id="39" name="Oval 38"/>
          <p:cNvSpPr/>
          <p:nvPr/>
        </p:nvSpPr>
        <p:spPr>
          <a:xfrm>
            <a:off x="6179978" y="540556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79978" y="541928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6582314" y="5486400"/>
            <a:ext cx="1720438" cy="120335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Tipo do evento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Modelo de motivo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Motivo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Data do evento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Destinos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Documentos vinculados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Gerenciar tipos de evento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Gerenciar modelos de motivo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Adicionar destino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validação deste estado e persiste somente os dados próprios da etapa quando a pessoa tem permissão.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Remover destino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11–12 de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Reordenar destinos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Muda somente a apresentação ou os critérios da tela; não modifica o cadastro persistido.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Vincular ou desvincular documento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validação deste estado e persiste somente os dados próprios da etapa quando a pessoa tem permissão.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13–14 de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 à lista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Salvar e avançar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Valida e persiste os dados administrativos do evento.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15–15 de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Reativar evento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TELA-024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Evento é criado → status padrão rascunho; vocabulário inclui em preparação, documentos gerados, em execução, finalizado e cancelado → estado é persistido no próprio evento.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Período do evento tem início/fim → constraint exige fim não anterior ao início → período incoerente é rejeitado no banco.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TELA-024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Identificação é salva → destinos extras JSON e vínculos selecionados são sincronizados no mesmo serviço → roteiro, termos, planos e ordens escolhidos passam a pertencer ao evento.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Arquivo de solicitação não é PDF → serviço tenta conversão; PDFs são anexados ao evento → documento solicitado fica privado e associado ao evento.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TELA-024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5–6 de 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Evento recebe ofício/participantes e ainda não tem termo genérico adequado → garantir_termo_automatico cria/sincroniza termo automático → autorização pode ser derivada do evento.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Evento é excluído → anexos próprios são removidos; roteiro ainda usado em outro contexto é desvinculado em vez de destruído → documentos privados não ficam órfãos e reutilização é preservada.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TELA-024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7–8 de 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Evento está cancelado → apresentação/fluxo usa variante de perigo e ações de cancelamento/reativação seguem condição do status → cancelamento é estado próprio, não exclusão.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Anexo de evento é criado → tipo deve ser convite, ofício solicitante, comprovante ou outro; upload passa por validador privado → arquivo não é exposto como mídia pública irrestrita.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TELA-024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TELA-025 · Edição do evento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238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ventos-edit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941" y="1261872"/>
            <a:ext cx="5340797" cy="501091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Revisar e atualizar dados existentes, preservando vínculos e regras de autorização.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Eventos pelo menu e siga para `/eventos/1/editar/`;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o processo alcançar esta etapa ou quando for necessário revisar o estado correspondente.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Organiza roteiros, ofícios, justificativas e planos de trabalho.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Edição do evento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239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ventos-edit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437" y="1234440"/>
            <a:ext cx="5418764" cy="50840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Navegação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mantém área, usuário, tema e caminhos do módulo.</a:t>
            </a:r>
          </a:p>
        </p:txBody>
      </p:sp>
      <p:sp>
        <p:nvSpPr>
          <p:cNvPr id="15" name="Oval 14"/>
          <p:cNvSpPr/>
          <p:nvPr/>
        </p:nvSpPr>
        <p:spPr>
          <a:xfrm>
            <a:off x="1797770" y="149083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97770" y="150455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200106" y="1692005"/>
            <a:ext cx="6102646" cy="118507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Conteúdo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 região central apresenta dados e controles da finalidade atual.</a:t>
            </a:r>
          </a:p>
        </p:txBody>
      </p:sp>
      <p:sp>
        <p:nvSpPr>
          <p:cNvPr id="23" name="Oval 22"/>
          <p:cNvSpPr/>
          <p:nvPr/>
        </p:nvSpPr>
        <p:spPr>
          <a:xfrm>
            <a:off x="3206648" y="296521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6648" y="297893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608984" y="3035808"/>
            <a:ext cx="4693768" cy="13057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Avisos, badges e etapas mostram o andamento do processo.</a:t>
            </a:r>
          </a:p>
        </p:txBody>
      </p:sp>
      <p:sp>
        <p:nvSpPr>
          <p:cNvPr id="31" name="Oval 30"/>
          <p:cNvSpPr/>
          <p:nvPr/>
        </p:nvSpPr>
        <p:spPr>
          <a:xfrm>
            <a:off x="4886465" y="4287072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86465" y="4300788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288801" y="4261104"/>
            <a:ext cx="3013951" cy="22713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Os comandos disponíveis dependem do estado e da autorização.</a:t>
            </a:r>
          </a:p>
        </p:txBody>
      </p:sp>
      <p:sp>
        <p:nvSpPr>
          <p:cNvPr id="39" name="Oval 38"/>
          <p:cNvSpPr/>
          <p:nvPr/>
        </p:nvSpPr>
        <p:spPr>
          <a:xfrm>
            <a:off x="6024406" y="540556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24406" y="541928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6426742" y="5486400"/>
            <a:ext cx="1876010" cy="120335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Título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  ·   Preenchimento: Manual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Nomeia o evento e é reutilizado em listas e vínculos.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Descrição/objetivo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longo   ·   Preenchimento: Manual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Registra a finalidade administrativa do evento.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Estados do sistema   ·   Obrigatório: Sim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Persiste o estado do evento e condiciona apresentação e ações.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Unidade responsável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Servidores da área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Vincula a pessoa responsável pelo evento.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Responsável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Servidores da área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Vincula a pessoa responsável pelo evento.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UF do destino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  ·   Preenchimento: Manual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Quando preenchida, exige duas letras em maiúsculas.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Cidade do destino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  ·   Preenchimento: Manual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Registra o destino principal do evento.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Data de início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Data de fim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Horário de início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11–12 de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Horário de fim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Pasta do evento no Google Drive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13–14 de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Cancelar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painel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15–15 de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Salvar evento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Valida e persiste os dados administrativos do evento.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TELA-025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9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Evento é criado → status padrão rascunho; vocabulário inclui em preparação, documentos gerados, em execução, finalizado e cancelado → estado é persistido no próprio evento.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Período do evento tem início/fim → constraint exige fim não anterior ao início → período incoerente é rejeitado no banco.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TELA-025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9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249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Identificação é salva → destinos extras JSON e vínculos selecionados são sincronizados no mesmo serviço → roteiro, termos, planos e ordens escolhidos passam a pertencer ao evento.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Arquivo de solicitação não é PDF → serviço tenta conversão; PDFs são anexados ao evento → documento solicitado fica privado e associado ao evento.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TELA-025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5–6 de 9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Evento recebe ofício/participantes e ainda não tem termo genérico adequado → garantir_termo_automatico cria/sincroniza termo automático → autorização pode ser derivada do evento.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Evento é excluído → anexos próprios são removidos; roteiro ainda usado em outro contexto é desvinculado em vez de destruído → documentos privados não ficam órfãos e reutilização é preservada.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TELA-025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7–8 de 9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251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Evento está cancelado → apresentação/fluxo usa variante de perigo e ações de cancelamento/reativação seguem condição do status → cancelamento é estado próprio, não exclusão.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Modelo de motivo é marcado padrão → apenas o padrão da mesma área é desmarcado; nome/texto são normalizados → uma área não afeta outra.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TELA-025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9–9 de 9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Anexo de evento é criado → tipo deve ser convite, ofício solicitante, comprovante ou outro; upload passa por validador privado → arquivo não é exposto como mídia pública irrestrita.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TELA-025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253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TELA-026 · Evento guiado —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254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ventos-etapa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977" y="1261872"/>
            <a:ext cx="5766724" cy="501091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Executar a etapa operacional de eventos indicada pelo título, com feedback de validação e estado.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Eventos pelo menu e siga para `/eventos/1/guiado/etapa-1/`;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o processo alcançar esta etapa ou quando for necessário revisar o estado correspondente.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Organiza roteiros, ofícios, justificativas e planos de trabalho.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Evento guiado —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255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ventos-etapa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364" y="1234440"/>
            <a:ext cx="5850910" cy="50840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Navegação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mantém área, usuário, tema e caminhos do módulo.</a:t>
            </a:r>
          </a:p>
        </p:txBody>
      </p:sp>
      <p:sp>
        <p:nvSpPr>
          <p:cNvPr id="15" name="Oval 14"/>
          <p:cNvSpPr/>
          <p:nvPr/>
        </p:nvSpPr>
        <p:spPr>
          <a:xfrm>
            <a:off x="1616268" y="149083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16268" y="150455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018604" y="1692005"/>
            <a:ext cx="6284148" cy="118507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Conteúdo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 região central apresenta dados e controles da finalidade atual.</a:t>
            </a:r>
          </a:p>
        </p:txBody>
      </p:sp>
      <p:sp>
        <p:nvSpPr>
          <p:cNvPr id="23" name="Oval 22"/>
          <p:cNvSpPr/>
          <p:nvPr/>
        </p:nvSpPr>
        <p:spPr>
          <a:xfrm>
            <a:off x="3137505" y="296521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37505" y="297893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539841" y="3035808"/>
            <a:ext cx="4762911" cy="13057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Avisos, badges e etapas mostram o andamento do processo.</a:t>
            </a:r>
          </a:p>
        </p:txBody>
      </p:sp>
      <p:sp>
        <p:nvSpPr>
          <p:cNvPr id="31" name="Oval 30"/>
          <p:cNvSpPr/>
          <p:nvPr/>
        </p:nvSpPr>
        <p:spPr>
          <a:xfrm>
            <a:off x="4951287" y="4287072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51287" y="4300788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353623" y="4261104"/>
            <a:ext cx="2949129" cy="22713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Os comandos disponíveis dependem do estado e da autorização.</a:t>
            </a:r>
          </a:p>
        </p:txBody>
      </p:sp>
      <p:sp>
        <p:nvSpPr>
          <p:cNvPr id="39" name="Oval 38"/>
          <p:cNvSpPr/>
          <p:nvPr/>
        </p:nvSpPr>
        <p:spPr>
          <a:xfrm>
            <a:off x="6179978" y="540556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79978" y="541928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6582314" y="5486400"/>
            <a:ext cx="1720438" cy="120335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256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Tipo do evento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múltipla   ·   Preenchimento: Catálogo da área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Relaciona uma ou mais categorias ativas ao evento.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Modelo de motivo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longo   ·   Preenchimento: Manual ou sugerido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Permanece editável e é persistido como justificativa do evento.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257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Motivo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longo   ·   Preenchimento: Manual ou sugerido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Permanece editável e é persistido como justificativa do evento.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Data do evento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258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Destinos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Linhas Estado/Cidade   ·   Preenchimento: Manual e base geográfica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Serializa as linhas válidas, impede cidade sem estado e persiste a coleção do evento.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Documentos vinculados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259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Gerenciar tipos de evento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Gerenciar modelos de motivo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Adicionar destino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validação deste estado e persiste somente os dados próprios da etapa quando a pessoa tem permissão.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Remover destino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11–12 de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261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Reordenar destinos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Muda somente a apresentação ou os critérios da tela; não modifica o cadastro persistido.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Vincular ou desvincular documento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validação deste estado e persiste somente os dados próprios da etapa quando a pessoa tem permissão.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13–14 de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262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 à lista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Salvar e avançar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Valida a identificação e conduz à etapa de roteiros.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TELA-026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6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263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Evento é criado → status padrão rascunho; vocabulário inclui em preparação, documentos gerados, em execução, finalizado e cancelado → estado é persistido no próprio evento.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Período do evento tem início/fim → constraint exige fim não anterior ao início → período incoerente é rejeitado no banco.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TELA-026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6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264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Identificação é salva → destinos extras JSON e vínculos selecionados são sincronizados no mesmo serviço → roteiro, termos, planos e ordens escolhidos passam a pertencer ao evento.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Arquivo de solicitação não é PDF → serviço tenta conversão; PDFs são anexados ao evento → documento solicitado fica privado e associado ao evento.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TELA-026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5–6 de 6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265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Modelo de motivo é marcado padrão → apenas o padrão da mesma área é desmarcado; nome/texto são normalizados → uma área não afeta outra.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Anexo de evento é criado → tipo deve ser convite, ofício solicitante, comprovante ou outro; upload passa por validador privado → arquivo não é exposto como mídia pública irrestrita.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TELA-026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266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401 JSON para sessão expirada em AJAX/API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9560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TELA-027 · Evento guiado — roteiros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267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ventos-etapa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Executar a etapa operacional de eventos indicada pelo título, com feedback de validação e estado.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Eventos pelo menu e siga para `/eventos/1/guiado/etapa-2/`;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o processo alcançar esta etapa ou quando for necessário revisar o estado correspondente.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Organiza roteiros, ofícios, justificativas e planos de trabalho.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Evento guiado — roteiros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268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ventos-etapa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Navegação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mantém área, usuário, tema e caminhos do módulo.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Conteúdo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 região central apresenta dados e controles da finalidade atual.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Avisos, badges e etapas mostram o andamento do processo.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Os comandos disponíveis dependem do estado e da autorização.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TELA-027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269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Roteiros vinculados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de documentos   ·   Preenchimento: Roteiros da área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Relaciona roteiros existentes ao evento sem copiá-los automaticamente.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roteiro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TELA-027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270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Editar roteiro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editor de roteiro e retorna ao evento após a gravação.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Visualizar documento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TELA-027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271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Baixar 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Produz ou entrega o artefato indicado somente após as validações e condições funcionais aplicáveis.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Baixar DOCX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Produz ou entrega o artefato indicado somente após as validações e condições funcionais aplicáveis.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TELA-027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272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Novo roteiro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 para lista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TELA-027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7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273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Identificação é salva → destinos extras JSON e vínculos selecionados são sincronizados no mesmo serviço → roteiro, termos, planos e ordens escolhidos passam a pertencer ao evento.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Evento recebe ofício/participantes e ainda não tem termo genérico adequado → garantir_termo_automatico cria/sincroniza termo automático → autorização pode ser derivada do evento.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TELA-027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7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274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Roteiro é criado → status documental começa RASCUNHO e pode chegar a FINALIZADO; origem pode ser EVENTO ou AVULSO → roteiro existe independentemente de documento.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Cálculo de rota evolui → estados são pendente, calculada, manual, erro e desatualizada; fonte é OpenRouteService, manual ou cache → status da rota é separado do status do roteiro.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TELA-027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5–6 de 7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Trechos são persistidos → tipo é IDA ou RETORNO; ordem é única por roteiro/tipo e período deve ser ordenado → sequência documental determinística.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Trechos mudam → datas agregadas do roteiro são recalculadas a partir da coleção → período principal acompanha a rota salva.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TELA-027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7–7 de 7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276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Dados de rota externa não estão disponíveis ou rota é manual → estado/fonte manual preserva métricas informadas; falha externa vira status ERRO/desatualizada, sem apagar roteiro → fluxo alternativo existe.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TELA-027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277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401 JSON para sessão expirada em AJAX/API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9560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TELA-028 · Evento guiado — ofícios e justificativas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278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ventos-etapa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Executar a etapa operacional de eventos indicada pelo título, com feedback de validação e estado.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Eventos pelo menu e siga para `/eventos/1/guiado/etapa-3/`;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o processo alcançar esta etapa ou quando for necessário revisar o estado correspondente.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Organiza roteiros, ofícios, justificativas e planos de trabalho.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Evento guiado — ofícios e justificativas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279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ventos-etapa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Navegação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mantém área, usuário, tema e caminhos do módulo.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Conteúdo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 região central apresenta dados e controles da finalidade atual.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Avisos, badges e etapas mostram o andamento do processo.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Os comandos disponíveis dependem do estado e da autorização.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280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Ofícios vinculados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de documentos   ·   Preenchimento: Ofícios da área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Relaciona solicitações existentes ao evento.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Justificativas vinculadas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281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ofício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fluxo do ofício preservando o retorno ao evento.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Editar ofício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282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Visualizar ofício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Baixar 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Produz ou entrega o artefato indicado somente após as validações e condições funcionais aplicáveis.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283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Baixar DOCX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Produz ou entrega o artefato indicado somente após as validações e condições funcionais aplicáveis.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Anexar documento assinado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284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Novo ofício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 para lista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TELA-028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10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285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Identificação é salva → destinos extras JSON e vínculos selecionados são sincronizados no mesmo serviço → roteiro, termos, planos e ordens escolhidos passam a pertencer ao evento.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Evento recebe ofício/participantes e ainda não tem termo genérico adequado → garantir_termo_automatico cria/sincroniza termo automático → autorização pode ser derivada do evento.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TELA-028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10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286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Ofício é criado → status padrão RASCUNHO, data local automática e número/ano reservados → rascunho já ocupa numeração.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Etapa de dados é salva como rascunho ou continuar → modelo de motivo pode preencher texto e serviço avalia completude → status automático RASCUNHO/GERADO conforme ação e campos.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TELA-028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5–6 de 10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287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Ofício tenta gerar/finalizar documento → validação agrega pendências de dados, motorista/protocolo, transporte, roteiro e justificativa → usuário é redirecionado à etapa de correção.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Prazo institucional existe → usa ConfiguracaoSistema.prazo_justificativa_dias; ausência cai em 10 dias → regra tem fallback.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TELA-028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7–8 de 10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288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Ofício tem primeira saída → antecedência é diferença entre a data da saída e oficio.data_criacao; abaixo do prazo torna justificativa obrigatória → snapshot guarda dias, prazo e primeira saída.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Justificativa obrigatória está ausente/incompleta → validação do ofício impede geração/finalização → operador volta à etapa de justificativa.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TELA-028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9–10 de 10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289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Justificativa é salva como rascunho/continuar → texto é normalizado e status muda para RASCUNHO/FINALIZADA conforme ação/completude → uma justificativa por ofício.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RN-082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Justificativa não é exigida → etapa pode seguir sem texto finalizado; quando exigida, texto passa a obrigatório → fluxo alternativo explícito.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TELA-028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290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401 JSON para sessão expirada em AJAX/API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9560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TELA-029 · Evento guiado — documentos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291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ventos-etapa-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Gerar, anexar, consultar ou acompanhar documentos derivados do processo de viagem.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Eventos pelo menu e siga para `/eventos/1/guiado/etapa-4/`;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o processo alcançar esta etapa ou quando for necessário revisar o estado correspondente.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Organiza roteiros, ofícios, justificativas e planos de trabalho.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Evento guiado — documentos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292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ventos-etapa-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Navegação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mantém área, usuário, tema e caminhos do módulo.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Conteúdo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 região central apresenta dados e controles da finalidade atual.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Avisos, badges e etapas mostram o andamento do processo.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Os comandos disponíveis dependem do estado e da autorização.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293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Documentos de solicitação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Planejamento e autorização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294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Anexar documento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Envia o arquivo e o mantém privado no contexto do evento.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Escolher arquivos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295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Anexar documentos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Envia o arquivo e o mantém privado no contexto do evento.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documento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296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Remover documento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297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Ordem de Serviço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Plano de Trabalho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11–11 de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298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 para lista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TELA-029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18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299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Arquivo de solicitação não é PDF → serviço tenta conversão; PDFs são anexados ao evento → documento solicitado fica privado e associado ao evento.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Evento recebe ofício/participantes e ainda não tem termo genérico adequado → garantir_termo_automatico cria/sincroniza termo automático → autorização pode ser derivada do evento.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TELA-029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18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Anexo de evento é criado → tipo deve ser convite, ofício solicitante, comprovante ou outro; upload passa por validador privado → arquivo não é exposto como mídia pública irrestrita.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Documento do ofício é solicitado em DOCX/PDF → payload canônico é montado e resposta passa pelo núcleo; PDF tenta cadeia de motores/cache → download ou erro tratado.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TELA-029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5–6 de 18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Geração é individual/lote/genérica/selecionados → serviço escolhe servidores e produz um ou vários documentos; PDFs podem ser fundidos → download consolidado.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Plano é multievento → template plano_trabalho_multievento.docx; caso contrário plano_trabalho.docx → saída segue a estrutura do plano.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TELA-029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7–8 de 18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Documento da ordem é solicitado → DOCX/PDF usam template padrão ou ordem_servico_modelos.docx conforme regra de template → resposta passa por cache/persistência documental.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Tipo documental é solicitado → registro/template precisa existir e formato ser compatível; duplicidade de registro falha → geração não aceita tipo arbitrário.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TELA-029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9–10 de 18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Caminho de template é resolvido → deve permanecer dentro de documentos/resources → traversal/caminho externo é rejeitado.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Payload não contém placeholder obrigatório ou saída mantém placeholder → geração levanta erro explícito → marcadores não vazam para documento final.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TELA-029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11–12 de 18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DOCX é solicitado → docxtpl preenche template e retorna bytes; pacote/template ausente falha explicitamente → nenhum pacote é instalado durante request.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PDF em auto é solicitado → cadeia varia por SO e disponibilidade: Word/LibreOffice/unoserver/WeasyPrint/simple conforme preferência/configuração → melhor motor disponível é tentado.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TELA-029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13–14 de 18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Motor explícito falha e fallback automático está ligado → motores seguintes são tentados; sem motor, erro inclui orientação → falha não some em silêncio.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PDF simples não está permitido → simple não entra na cadeia; quando permitido, produz layout mínimo → fidelidade reduzida é fallback deliberado.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TELA-029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15–16 de 18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Conteúdo+template+formato+versão equivalentes geram chave idêntica → artefato válido pode ser reutilizado; mudança no payload/template invalida → cache é determinístico.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Geração assíncrona é pedida → job fica queued → processing → complete/error; pedido duplicado pode reutilizar dedupe_key → frontend recebe 202/status/result.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TELA-029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17–18 de 18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Resultado assíncrono pertence a outra área/usuário ou não concluiu → acesso é negado/202; concluído entrega arquivo → isolamento vale também para downloads.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Arquivos atualmente geráveis e comprovados no repositório → Ofício (DOCX/PDF), Justificativa (DOCX/PDF), Termo (DOCX/PDF, individual/lote), Plano (DOCX/PDF), Ordem (DOCX/PDF), Relatório Técnico (DOCX/PDF), Diário de Bordo (XLSX/PDF), prestação consolidada (PDF) → não foi localizado gerador ODT.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TELA-029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401 JSON para sessão expirada em AJAX/API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TELA-030 · Evento guiado — revisão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309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ventos-etapa-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Executar a etapa operacional de eventos indicada pelo título, com feedback de validação e estado.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Eventos pelo menu e siga para `/eventos/1/guiado/etapa-5/`;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o processo alcançar esta etapa ou quando for necessário revisar o estado correspondente.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Organiza roteiros, ofícios, justificativas e planos de trabalho.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Evento guiado — revisão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310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ventos-etapa-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Navegação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mantém área, usuário, tema e caminhos do módulo.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Conteúdo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 região central apresenta dados e controles da finalidade atual.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Avisos, badges e etapas mostram o andamento do processo.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Os comandos disponíveis dependem do estado e da autorização.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TELA-030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Termos vinculados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Visualizar termo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TELA-030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Baixar 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Produz ou entrega o artefato indicado somente após as validações e condições funcionais aplicáveis.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Baixar DOCX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Produz ou entrega o artefato indicado somente após as validações e condições funcionais aplicáveis.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TELA-030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Anexar documento assinado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Editar termo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TELA-030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Excluir termo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Novo termo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TELA-030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9–9 de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 para lista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TELA-030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Evento é criado → status padrão rascunho; vocabulário inclui em preparação, documentos gerados, em execução, finalizado e cancelado → estado é persistido no próprio evento.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Período do evento tem início/fim → constraint exige fim não anterior ao início → período incoerente é rejeitado no banco.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TELA-030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Identificação é salva → destinos extras JSON e vínculos selecionados são sincronizados no mesmo serviço → roteiro, termos, planos e ordens escolhidos passam a pertencer ao evento.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Arquivo de solicitação não é PDF → serviço tenta conversão; PDFs são anexados ao evento → documento solicitado fica privado e associado ao evento.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TELA-030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5–6 de 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Evento recebe ofício/participantes e ainda não tem termo genérico adequado → garantir_termo_automatico cria/sincroniza termo automático → autorização pode ser derivada do evento.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Evento é excluído → anexos próprios são removidos; roteiro ainda usado em outro contexto é desvinculado em vez de destruído → documentos privados não ficam órfãos e reutilização é preservada.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TELA-030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7–8 de 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Evento está cancelado → apresentação/fluxo usa variante de perigo e ações de cancelamento/reativação seguem condição do status → cancelamento é estado próprio, não exclusão.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Ofício tenta gerar/finalizar documento → validação agrega pendências de dados, motorista/protocolo, transporte, roteiro e justificativa → usuário é redirecionado à etapa de correção.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TELA-030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TELA-031 · Lista de eventos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321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ventos-lis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Localizar, filtrar e abrir registros do módulo, respeitando a área ativa e o papel do usuário.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Eventos pelo menu e siga para `/eventos/`;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para localizar registros, comparar estados e iniciar consulta, edição ou criação.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Organiza roteiros, ofícios, justificativas e planos de trabalho.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Lista de eventos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322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ventos-lis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Confirme módulo, área ativa e perfil antes de agir.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Filtros e ordenação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Use os controles para reduzir e organizar os resultados.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Registros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Cada card ou linha resume dados, situação e vínculos.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Abra, edite, crie ou baixe conforme estado e permissão.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TELA-031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Buscar eventos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Restringe os resultados desta tela e não altera os registros persistidos.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Filtrar por situação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TELA-031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Novo evento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Limpar filtros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Muda somente a apresentação ou os critérios da tela; não modifica o cadastro persistido.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TELA-031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painel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Editar evento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TELA-031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Gerenciar evento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Cancelar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TELA-031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Reativar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Excluir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TELA-031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3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Evento é criado → status padrão rascunho; vocabulário inclui em preparação, documentos gerados, em execução, finalizado e cancelado → estado é persistido no próprio evento.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Evento é excluído → anexos próprios são removidos; roteiro ainda usado em outro contexto é desvinculado em vez de destruído → documentos privados não ficam órfãos e reutilização é preservada.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TELA-031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3–3 de 3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Evento está cancelado → apresentação/fluxo usa variante de perigo e ações de cancelamento/reativação seguem condição do status → cancelamento é estado próprio, não exclusão.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TELA-031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TELA-032 · Novo evento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331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ventos-novo-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6181"/>
            <a:ext cx="6720840" cy="420229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Cadastrar um novo registro com validações de formato, obrigatoriedade e coerência de domínio.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Eventos pelo menu e siga para `/eventos/novo/ — cria um rascunho e abre o formulário`;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ainda não existe um registro para o processo que será iniciado.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Organiza roteiros, ofícios, justificativas e planos de trabalho.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Novo evento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332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ventos-novo-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8041"/>
            <a:ext cx="7543800" cy="47168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Etapa e 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identifica registro, sequência e pendências.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1390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106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04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Campos principais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Preencha os dados visíveis e observe obrigatoriedades.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279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2995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639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Dependências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Escolhas podem revelar, bloquear ou preencher outros campos.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663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379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727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Continuidade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Salvar ou avançar valida os dados e conduz ao próximo estado.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3372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7088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4540"/>
            <a:ext cx="1110997" cy="11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Título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  ·   Preenchimento: Manual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Nomeia o evento e é reutilizado em listas e vínculos.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Descrição/objetivo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longo   ·   Preenchimento: Manual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Registra a finalidade administrativa do evento.</a:t>
            </a: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Estados do sistema   ·   Obrigatório: Sim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Persiste o estado do evento e condiciona apresentação e ações.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Unidade responsável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Servidores da área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Vincula a pessoa responsável pelo evento.</a:t>
            </a: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Responsável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Servidores da área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Vincula a pessoa responsável pelo evento.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UF do destino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  ·   Preenchimento: Manual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Quando preenchida, exige duas letras em maiúsculas.</a:t>
            </a: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Cidade do destino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  ·   Preenchimento: Manual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Registra o destino principal do evento.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Data de início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Data de fim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Horário de início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11–12 de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Horário de fim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Pasta do evento no Google Drive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13–14 de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339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Cancelar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Salvar evento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Valida e persiste os dados administrativos do evento.</a:t>
            </a: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TELA-032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7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Evento é criado → status padrão rascunho; vocabulário inclui em preparação, documentos gerados, em execução, finalizado e cancelado → estado é persistido no próprio evento.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Período do evento tem início/fim → constraint exige fim não anterior ao início → período incoerente é rejeitado no banco.</a:t>
            </a: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TELA-032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7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Identificação é salva → destinos extras JSON e vínculos selecionados são sincronizados no mesmo serviço → roteiro, termos, planos e ordens escolhidos passam a pertencer ao evento.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Arquivo de solicitação não é PDF → serviço tenta conversão; PDFs são anexados ao evento → documento solicitado fica privado e associado ao evento.</a:t>
            </a: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TELA-032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5–6 de 7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Evento recebe ofício/participantes e ainda não tem termo genérico adequado → garantir_termo_automatico cria/sincroniza termo automático → autorização pode ser derivada do evento.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Modelo de motivo é marcado padrão → apenas o padrão da mesma área é desmarcado; nome/texto são normalizados → uma área não afeta outra.</a:t>
            </a: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TELA-032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7–7 de 7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Anexo de evento é criado → tipo deve ser convite, ofício solicitante, comprovante ou outro; upload passa por validador privado → arquivo não é exposto como mídia pública irrestrita.</a:t>
            </a: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TELA-032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Exemplo prático · planejar uma operação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Dados inteiramente fictícios · sequência completa da entrada ao resultado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261872"/>
            <a:ext cx="566928" cy="566928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298448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298448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52A3A"/>
                </a:solidFill>
                <a:latin typeface="Aptos"/>
              </a:rPr>
              <a:t>Cadastre o evento fictício Operação Escola Segura.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231136"/>
            <a:ext cx="566928" cy="566928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267712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267712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52A3A"/>
                </a:solidFill>
                <a:latin typeface="Aptos"/>
              </a:rPr>
              <a:t>Informe Curitiba/PR, 10 a 12/09/2026.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00400"/>
            <a:ext cx="566928" cy="566928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36976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236976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52A3A"/>
                </a:solidFill>
                <a:latin typeface="Aptos"/>
              </a:rPr>
              <a:t>Associe o roteiro sintético e revise participantes.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169664"/>
            <a:ext cx="566928" cy="566928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206240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206240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52A3A"/>
                </a:solidFill>
                <a:latin typeface="Aptos"/>
              </a:rPr>
              <a:t>Confira ofícios, justificativas e documentos.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5138928"/>
            <a:ext cx="566928" cy="566928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5175504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71A33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5175504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52A3A"/>
                </a:solidFill>
                <a:latin typeface="Aptos"/>
              </a:rPr>
              <a:t>Conclua a revisão sem usar dados reais.</a:t>
            </a: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Exemplo prático · planejar uma operação · resultado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resultado esperado é conferido na própria interface antes da próxima ação.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346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7644384" cy="5129783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ventos-etapa-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00174"/>
            <a:ext cx="7589520" cy="474345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613648" y="1508760"/>
            <a:ext cx="2788920" cy="33375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0" y="17830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RESULTADO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240280"/>
            <a:ext cx="22860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52A3A"/>
                </a:solidFill>
                <a:latin typeface="Aptos"/>
              </a:rPr>
              <a:t>Registro salvo na área ativa, estado atualizado e dados disponíveis para as páginas e documentos seguintes. Se houver pendência, a interface mantém a etapa incompleta e indica a correção necessária.</a:t>
            </a: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731520"/>
            <a:ext cx="960120" cy="960120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768096"/>
            <a:ext cx="960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071A33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Roteiros e diárias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27248"/>
            <a:ext cx="9875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C5D7E5"/>
                </a:solidFill>
                <a:latin typeface="Aptos"/>
              </a:rPr>
              <a:t>Representar o deslocamento e calcular os componentes de diárias a partir dos trechos.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5138928"/>
            <a:ext cx="2834640" cy="109728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347</a:t>
            </a: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Roteiros e diárias · visão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Objetivo, entradas, saídas e relações antes das páginas detalhadas.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VISÃO DOS MÓDULOS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57800" cy="123444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OBJETIVO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773936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Representar o deslocamento e calcular os componentes de diárias a partir dos trechos.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298448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453895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FUNÇÕES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773936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Trechos, datas, horários, cidades, distâncias, pernoites e cálculo.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2825496"/>
            <a:ext cx="5257800" cy="123444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2980944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ENTRADAS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300984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Origem, destino, saída, chegada e parâmetros de diária.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2825496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980944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SAÍDAS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300984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Roteiro ordenado e valores calculados para documentos e pagamentos.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4443984"/>
            <a:ext cx="5349240" cy="123444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4599432"/>
            <a:ext cx="4892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RELAÇÕES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919472"/>
            <a:ext cx="4892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É reutilizado por ofícios, planos, ordens e prestação de contas.</a:t>
            </a: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TELA-033 · Editar roteiro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349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oteiros-edit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133" y="1261872"/>
            <a:ext cx="3098413" cy="501091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Revisar e atualizar dados existentes, preservando vínculos e regras de autorização.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Roteiros e diárias pelo menu e siga para `/roteiros/1/editar/`;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para corrigir ou complementar um registro já existente, dentro das permissões da área.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É reutilizado por ofícios, planos, ordens e prestação de contas.</a:t>
            </a: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Editar roteiro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350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oteiros-edit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996" y="1234440"/>
            <a:ext cx="3143646" cy="50840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Etapa e 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identifica registro, sequência e pendências.</a:t>
            </a:r>
          </a:p>
        </p:txBody>
      </p:sp>
      <p:sp>
        <p:nvSpPr>
          <p:cNvPr id="15" name="Oval 14"/>
          <p:cNvSpPr/>
          <p:nvPr/>
        </p:nvSpPr>
        <p:spPr>
          <a:xfrm>
            <a:off x="2753319" y="149083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53319" y="150455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55655" y="1692005"/>
            <a:ext cx="5147097" cy="118507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Campos principais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Preencha os dados visíveis e observe obrigatoriedades.</a:t>
            </a:r>
          </a:p>
        </p:txBody>
      </p:sp>
      <p:sp>
        <p:nvSpPr>
          <p:cNvPr id="23" name="Oval 22"/>
          <p:cNvSpPr/>
          <p:nvPr/>
        </p:nvSpPr>
        <p:spPr>
          <a:xfrm>
            <a:off x="3570667" y="296521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70667" y="297893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973003" y="3035808"/>
            <a:ext cx="4329749" cy="13057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Dependências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Escolhas podem revelar, bloquear ou preencher outros campos.</a:t>
            </a:r>
          </a:p>
        </p:txBody>
      </p:sp>
      <p:sp>
        <p:nvSpPr>
          <p:cNvPr id="31" name="Oval 30"/>
          <p:cNvSpPr/>
          <p:nvPr/>
        </p:nvSpPr>
        <p:spPr>
          <a:xfrm>
            <a:off x="4545197" y="4287072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45197" y="4300788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4947533" y="4261104"/>
            <a:ext cx="3355219" cy="22713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Continuidade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Salvar ou avançar valida os dados e conduz ao próximo estado.</a:t>
            </a:r>
          </a:p>
        </p:txBody>
      </p:sp>
      <p:sp>
        <p:nvSpPr>
          <p:cNvPr id="39" name="Oval 38"/>
          <p:cNvSpPr/>
          <p:nvPr/>
        </p:nvSpPr>
        <p:spPr>
          <a:xfrm>
            <a:off x="5205363" y="540556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05363" y="541928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5607699" y="5486400"/>
            <a:ext cx="2695053" cy="120335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351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Origem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Buscas geográficas   ·   Preenchimento: Base geográfica/manual   ·   Obrigatório: Sim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Montam cada trecho e alimentam cálculo de rota e diárias.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Usar evento existente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Criar roteiro próprio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Estado sede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353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Cidade sede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Destinos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Data de saída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Hora de saída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Data e horário   ·   Preenchimento: Manual   ·   Obrigatório: Conforme o trecho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Inicia o período e deve preceder a chegada correspondente.</a:t>
            </a: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355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Data de chegada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Hora de chegada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Data e horário   ·   Preenchimento: Manual   ·   Obrigatório: Conforme o trecho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Encerra o trecho e participa do período agregado.</a:t>
            </a: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11–12 de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356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Retorno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Com bate-volta diário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Alternância   ·   Preenchimento: Manual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Ativa a repetição diária e revela horários próprios quando aplicável.</a:t>
            </a: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13–14 de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357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Observações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Distância ajustada manualmente (km)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15–16 de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358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Duração ajustada manualmente (min)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Justificativa do ajuste manual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17–18 de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359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Selecionar evento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Adicionar destino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validação deste estado e persiste somente os dados próprios da etapa quando a pessoa tem permissão.</a:t>
            </a: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19–20 de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Remover destino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Reordenar destinos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Muda somente a apresentação ou os critérios da tela; não modifica o cadastro persistido.</a:t>
            </a: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21–22 de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361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Calcular rota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disponibilidade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Exige datas e horas suficientes; usa fallback manual quando a rota externa falha.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Aplicar data aos trechos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23–24 de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362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Diminuir horário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Aumentar horário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25–26 de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363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Ativar ou desativar bate-volta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27–27 de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364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Salvar roteiro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Persiste trechos, métricas e snapshot estruturado das diárias.</a:t>
            </a: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TELA-033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18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365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Roteiro é criado → status documental começa RASCUNHO e pode chegar a FINALIZADO; origem pode ser EVENTO ou AVULSO → roteiro existe independentemente de documento.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Cálculo de rota evolui → estados são pendente, calculada, manual, erro e desatualizada; fonte é OpenRouteService, manual ou cache → status da rota é separado do status do roteiro.</a:t>
            </a: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TELA-033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18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366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Trechos são persistidos → tipo é IDA ou RETORNO; ordem é única por roteiro/tipo e período deve ser ordenado → sequência documental determinística.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Trechos mudam → datas agregadas do roteiro são recalculadas a partir da coleção → período principal acompanha a rota salva.</a:t>
            </a: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TELA-033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5–6 de 18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367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Destino é classificado → Brasília/DF recebe BRASILIA; capital conhecida recebe CAPITAL; vazio ou demais recebe INTERIOR → faixa tarifária determinada.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Base geográfica possui capitais → ela prevalece; UFs ausentes usam mapa de segurança → banco recém-criado não transforma capitais em interior.</a:t>
            </a: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TELA-033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7–8 de 18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368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Roteiro contém várias paradas → BRASÍLIA prevalece; senão qualquer capital eleva o tipo agregado a CAPITAL; caso contrário INTERIOR → resumo usa maior faixa encontrada.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Cálculo começa → data da saída mais antiga escolhe uma única vigência para todo o roteiro → travessia de mudança de tabela não mistura valores.</a:t>
            </a: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TELA-033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9–10 de 18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369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Não existe vigência para data/faixa → valores históricos internos são usados como último recurso → calculadora continua disponível, mas resultado sinaliza linha de tabela ausente.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Período tem duração ≤ 0 → erro; parada instantânea entre destinos é ignorada sem invalidar o roteiro → apenas permanências positivas faturam.</a:t>
            </a: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TELA-033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11–12 de 18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370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Sobra após dias inteiros é até 6h / &gt;6–8h / &gt;8–12h / &gt;12h → complemento é 0% / 15% / 30% / 100% → escada depende da duração, não da virada do calendário.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Marcadores de destino são processados → primeiro período começa na saída da sede; seguintes começam na chegada ao destino; terminam na chegada ao próximo/à sede → tempo entre destinos é tarifado pelo local de permanência anterior.</a:t>
            </a: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TELA-033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13–14 de 18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371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Parada intermediária coincide com a sede → período é ignorado; retorno final à sede prolonga trecho anterior e não abre faixa própria → volta para casa não é tarifada como estadia na sede.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Períodos consecutivos encostados têm a mesma faixa → fundem-se em um trecho tarifário → sobra/complemento é contado uma vez por trecho, não por cidade.</a:t>
            </a: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TELA-033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15–16 de 18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372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Valor do trecho é calculado → dias inteiros × 24h + no máximo um complemento, multiplicado pela quantidade de servidores → total monetário e composição estruturada são produzidos.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Resultado é persistido no roteiro → quantidade, valor numérico, texto por extenso e componentes de diária são sincronizados → documento e auditoria usam snapshot estruturado.</a:t>
            </a: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TELA-033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17–18 de 18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373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Roteiro tenta calcular sem datas/horas suficientes → ValueError("Preencha datas e horas para calcular.") → operador deve completar período.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Dados de rota externa não estão disponíveis ou rota é manual → estado/fonte manual preserva métricas informadas; falha externa vira status ERRO/desatualizada, sem apagar roteiro → fluxo alternativo existe.</a:t>
            </a: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TELA-033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374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401 JSON para sessão expirada em AJAX/API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9560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TELA-034 · Lista de roteiros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375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oteiros-lis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Localizar, filtrar e abrir registros do módulo, respeitando a área ativa e o papel do usuário.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Roteiros e diárias pelo menu e siga para `/roteiros/`;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para localizar registros, comparar estados e iniciar consulta, edição ou criação.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É reutilizado por ofícios, planos, ordens e prestação de contas.</a:t>
            </a: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Lista de roteiros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376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oteiros-lis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Confirme módulo, área ativa e perfil antes de agir.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Filtros e ordenação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Use os controles para reduzir e organizar os resultados.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Registros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Cada card ou linha resume dados, situação e vínculos.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Abra, edite, crie ou baixe conforme estado e permissão.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377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Buscar roteiros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Restringe os resultados desta tela e não altera os registros persistidos.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Filtrar por situação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378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Novo roteiro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Limpar filtros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Muda somente a apresentação ou os critérios da tela; não modifica o cadastro persistido.</a:t>
            </a: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379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Editar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Excluir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TELA-034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10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380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Roteiro é criado → status documental começa RASCUNHO e pode chegar a FINALIZADO; origem pode ser EVENTO ou AVULSO → roteiro existe independentemente de documento.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Cálculo de rota evolui → estados são pendente, calculada, manual, erro e desatualizada; fonte é OpenRouteService, manual ou cache → status da rota é separado do status do roteiro.</a:t>
            </a: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TELA-034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10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381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Destino é classificado → Brasília/DF recebe BRASILIA; capital conhecida recebe CAPITAL; vazio ou demais recebe INTERIOR → faixa tarifária determinada.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Base geográfica possui capitais → ela prevalece; UFs ausentes usam mapa de segurança → banco recém-criado não transforma capitais em interior.</a:t>
            </a: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TELA-034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5–6 de 10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382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Roteiro contém várias paradas → BRASÍLIA prevalece; senão qualquer capital eleva o tipo agregado a CAPITAL; caso contrário INTERIOR → resumo usa maior faixa encontrada.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Cálculo começa → data da saída mais antiga escolhe uma única vigência para todo o roteiro → travessia de mudança de tabela não mistura valores.</a:t>
            </a: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TELA-034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7–8 de 10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383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Não existe vigência para data/faixa → valores históricos internos são usados como último recurso → calculadora continua disponível, mas resultado sinaliza linha de tabela ausente.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Valor do trecho é calculado → dias inteiros × 24h + no máximo um complemento, multiplicado pela quantidade de servidores → total monetário e composição estruturada são produzidos.</a:t>
            </a: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TELA-034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9–10 de 10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384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Resultado é persistido no roteiro → quantidade, valor numérico, texto por extenso e componentes de diária são sincronizados → documento e auditoria usam snapshot estruturado.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Dados de rota externa não estão disponíveis ou rota é manual → estado/fonte manual preserva métricas informadas; falha externa vira status ERRO/desatualizada, sem apagar roteiro → fluxo alternativo existe.</a:t>
            </a: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TELA-034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385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TELA-035 · Novo roteiro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386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oteiros-nov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444" y="1261872"/>
            <a:ext cx="3653790" cy="501091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Cadastrar um novo registro com validações de formato, obrigatoriedade e coerência de domínio.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Roteiros e diárias pelo menu e siga para `/roteiros/novo/`;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ainda não existe um registro para o processo que será iniciado.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É reutilizado por ofícios, planos, ordens e prestação de contas.</a:t>
            </a: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Novo roteiro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387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oteiros-nov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1255" y="1234440"/>
            <a:ext cx="3707129" cy="50840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Etapa e 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identifica registro, sequência e pendências.</a:t>
            </a:r>
          </a:p>
        </p:txBody>
      </p:sp>
      <p:sp>
        <p:nvSpPr>
          <p:cNvPr id="15" name="Oval 14"/>
          <p:cNvSpPr/>
          <p:nvPr/>
        </p:nvSpPr>
        <p:spPr>
          <a:xfrm>
            <a:off x="2516657" y="149083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6657" y="150455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918993" y="1692005"/>
            <a:ext cx="5383759" cy="118507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Campos principais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Preencha os dados visíveis e observe obrigatoriedades.</a:t>
            </a:r>
          </a:p>
        </p:txBody>
      </p:sp>
      <p:sp>
        <p:nvSpPr>
          <p:cNvPr id="23" name="Oval 22"/>
          <p:cNvSpPr/>
          <p:nvPr/>
        </p:nvSpPr>
        <p:spPr>
          <a:xfrm>
            <a:off x="3480510" y="296521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80510" y="297893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882846" y="3035808"/>
            <a:ext cx="4419906" cy="13057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Dependências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Escolhas podem revelar, bloquear ou preencher outros campos.</a:t>
            </a:r>
          </a:p>
        </p:txBody>
      </p:sp>
      <p:sp>
        <p:nvSpPr>
          <p:cNvPr id="31" name="Oval 30"/>
          <p:cNvSpPr/>
          <p:nvPr/>
        </p:nvSpPr>
        <p:spPr>
          <a:xfrm>
            <a:off x="4629720" y="4287072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29720" y="4300788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032056" y="4261104"/>
            <a:ext cx="3270696" cy="22713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Continuidade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Salvar ou avançar valida os dados e conduz ao próximo estado.</a:t>
            </a:r>
          </a:p>
        </p:txBody>
      </p:sp>
      <p:sp>
        <p:nvSpPr>
          <p:cNvPr id="39" name="Oval 38"/>
          <p:cNvSpPr/>
          <p:nvPr/>
        </p:nvSpPr>
        <p:spPr>
          <a:xfrm>
            <a:off x="5408217" y="540556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08217" y="541928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5810553" y="5486400"/>
            <a:ext cx="2492199" cy="120335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388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Origem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Buscas geográficas   ·   Preenchimento: Base geográfica/manual   ·   Obrigatório: Sim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Montam cada trecho e alimentam cálculo de rota e diárias.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Usar evento existente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389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Criar roteiro próprio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Estado sede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390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Cidade sede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Destinos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391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Data de saída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Hora de saída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Data e horário   ·   Preenchimento: Manual   ·   Obrigatório: Conforme o trecho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Inicia o período e deve preceder a chegada correspondente.</a:t>
            </a: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392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Data de chegada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Hora de chegada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Data e horário   ·   Preenchimento: Manual   ·   Obrigatório: Conforme o trecho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Encerra o trecho e participa do período agregado.</a:t>
            </a: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11–12 de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393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Retorno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Com bate-volta diário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Alternância   ·   Preenchimento: Manual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Ativa a repetição diária e revela horários próprios quando aplicável.</a:t>
            </a: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13–14 de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394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Observações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Distância ajustada manualmente (km)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15–16 de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395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Duração ajustada manualmente (min)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Justificativa do ajuste manual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17–18 de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396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Selecionar evento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Adicionar destino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validação deste estado e persiste somente os dados próprios da etapa quando a pessoa tem permissão.</a:t>
            </a: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19–20 de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397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Remover destino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Reordenar destinos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Muda somente a apresentação ou os critérios da tela; não modifica o cadastro persistido.</a:t>
            </a: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21–22 de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398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Calcular rota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disponibilidade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Exige datas e horas suficientes; usa fallback manual quando a rota externa falha.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Aplicar data aos trechos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23–24 de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399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Diminuir horário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Aumentar horário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25–26 de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Ativar ou desativar bate-volta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27–27 de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Salvar roteiro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Persiste trechos, métricas e snapshot estruturado das diárias.</a:t>
            </a: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TELA-035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18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Roteiro é criado → status documental começa RASCUNHO e pode chegar a FINALIZADO; origem pode ser EVENTO ou AVULSO → roteiro existe independentemente de documento.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Cálculo de rota evolui → estados são pendente, calculada, manual, erro e desatualizada; fonte é OpenRouteService, manual ou cache → status da rota é separado do status do roteiro.</a:t>
            </a: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TELA-035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18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Trechos são persistidos → tipo é IDA ou RETORNO; ordem é única por roteiro/tipo e período deve ser ordenado → sequência documental determinística.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Trechos mudam → datas agregadas do roteiro são recalculadas a partir da coleção → período principal acompanha a rota salva.</a:t>
            </a: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TELA-035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5–6 de 18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Destino é classificado → Brasília/DF recebe BRASILIA; capital conhecida recebe CAPITAL; vazio ou demais recebe INTERIOR → faixa tarifária determinada.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Base geográfica possui capitais → ela prevalece; UFs ausentes usam mapa de segurança → banco recém-criado não transforma capitais em interior.</a:t>
            </a: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TELA-035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7–8 de 18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Roteiro contém várias paradas → BRASÍLIA prevalece; senão qualquer capital eleva o tipo agregado a CAPITAL; caso contrário INTERIOR → resumo usa maior faixa encontrada.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Cálculo começa → data da saída mais antiga escolhe uma única vigência para todo o roteiro → travessia de mudança de tabela não mistura valores.</a:t>
            </a: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TELA-035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9–10 de 18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Não existe vigência para data/faixa → valores históricos internos são usados como último recurso → calculadora continua disponível, mas resultado sinaliza linha de tabela ausente.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Período tem duração ≤ 0 → erro; parada instantânea entre destinos é ignorada sem invalidar o roteiro → apenas permanências positivas faturam.</a:t>
            </a: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TELA-035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11–12 de 18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Sobra após dias inteiros é até 6h / &gt;6–8h / &gt;8–12h / &gt;12h → complemento é 0% / 15% / 30% / 100% → escada depende da duração, não da virada do calendário.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Marcadores de destino são processados → primeiro período começa na saída da sede; seguintes começam na chegada ao destino; terminam na chegada ao próximo/à sede → tempo entre destinos é tarifado pelo local de permanência anterior.</a:t>
            </a: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TELA-035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13–14 de 18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Parada intermediária coincide com a sede → período é ignorado; retorno final à sede prolonga trecho anterior e não abre faixa própria → volta para casa não é tarifada como estadia na sede.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Períodos consecutivos encostados têm a mesma faixa → fundem-se em um trecho tarifário → sobra/complemento é contado uma vez por trecho, não por cidade.</a:t>
            </a: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TELA-035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15–16 de 18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Valor do trecho é calculado → dias inteiros × 24h + no máximo um complemento, multiplicado pela quantidade de servidores → total monetário e composição estruturada são produzidos.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Resultado é persistido no roteiro → quantidade, valor numérico, texto por extenso e componentes de diária são sincronizados → documento e auditoria usam snapshot estruturado.</a:t>
            </a: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TELA-035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17–18 de 18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Roteiro tenta calcular sem datas/horas suficientes → ValueError("Preencha datas e horas para calcular.") → operador deve completar período.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Dados de rota externa não estão disponíveis ou rota é manual → estado/fonte manual preserva métricas informadas; falha externa vira status ERRO/desatualizada, sem apagar roteiro → fluxo alternativo existe.</a:t>
            </a: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TELA-035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401 JSON para sessão expirada em AJAX/API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9560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Exemplo prático · montar o deslocamento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Dados inteiramente fictícios · sequência completa da entrada ao resultado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261872"/>
            <a:ext cx="566928" cy="566928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298448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298448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52A3A"/>
                </a:solidFill>
                <a:latin typeface="Aptos"/>
              </a:rPr>
              <a:t>Origem: Curitiba/PR.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231136"/>
            <a:ext cx="566928" cy="566928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267712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267712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52A3A"/>
                </a:solidFill>
                <a:latin typeface="Aptos"/>
              </a:rPr>
              <a:t>Destino: Londrina/PR.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00400"/>
            <a:ext cx="566928" cy="566928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36976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236976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52A3A"/>
                </a:solidFill>
                <a:latin typeface="Aptos"/>
              </a:rPr>
              <a:t>Saída: 10/09/2026 às 08:00.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169664"/>
            <a:ext cx="566928" cy="566928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206240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206240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52A3A"/>
                </a:solidFill>
                <a:latin typeface="Aptos"/>
              </a:rPr>
              <a:t>Retorno: 12/09/2026 às 18:00.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5138928"/>
            <a:ext cx="566928" cy="566928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5175504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71A33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5175504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52A3A"/>
                </a:solidFill>
                <a:latin typeface="Aptos"/>
              </a:rPr>
              <a:t>Revise distância, pernoites e cálculo antes de salvar.</a:t>
            </a: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Exemplo prático · montar o deslocamento · resultado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resultado esperado é conferido na própria interface antes da próxima ação.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ROTEIROS E DIÁRIAS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413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7644384" cy="5129783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oteiros-nov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0328" y="1234440"/>
            <a:ext cx="3700462" cy="50749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613648" y="1508760"/>
            <a:ext cx="2788920" cy="33375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0" y="17830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RESULTADO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240280"/>
            <a:ext cx="22860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52A3A"/>
                </a:solidFill>
                <a:latin typeface="Aptos"/>
              </a:rPr>
              <a:t>Registro salvo na área ativa, estado atualizado e dados disponíveis para as páginas e documentos seguintes. Se houver pendência, a interface mantém a etapa incompleta e indica a correção necessária.</a:t>
            </a: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731520"/>
            <a:ext cx="960120" cy="960120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768096"/>
            <a:ext cx="960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071A33"/>
                </a:solidFill>
                <a:latin typeface="Apto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Ofícios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27248"/>
            <a:ext cx="9875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C5D7E5"/>
                </a:solidFill>
                <a:latin typeface="Aptos"/>
              </a:rPr>
              <a:t>Formalizar a solicitação de viagem, seus viajantes, transporte, justificativa e documentos.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5138928"/>
            <a:ext cx="2834640" cy="109728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414</a:t>
            </a: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Ofícios · visão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Objetivo, entradas, saídas e relações antes das páginas detalhadas.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VISÃO DOS MÓDULOS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57800" cy="123444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OBJETIVO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773936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Formalizar a solicitação de viagem, seus viajantes, transporte, justificativa e documentos.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298448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453895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FUNÇÕES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773936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Wizard, numeração, custeio, equipe, transporte, roteiro, justificativa e geração documental.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2825496"/>
            <a:ext cx="5257800" cy="123444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2980944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ENTRADAS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300984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Protocolo, período, viajantes, finalidade, transporte, trechos e textos formais.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2825496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980944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SAÍDAS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300984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Cadastro do ofício, documentos e base para termos e prestação.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4443984"/>
            <a:ext cx="5349240" cy="123444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4599432"/>
            <a:ext cx="4892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RELAÇÕES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919472"/>
            <a:ext cx="4892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Consome cadastros e roteiros; origina termos, documentos e prestação.</a:t>
            </a: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TELA-036 · Ofício — custeio por outra instituição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ficios-custeio-outra-instituica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6181"/>
            <a:ext cx="6720840" cy="420229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Executar a etapa operacional de ofícios indicada pelo título, com feedback de validação e estado.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Ofícios pelo menu e siga para `/oficios/1/dados-viajantes/ — após escolher custeio por outra instituição`;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o processo alcançar esta etapa ou quando for necessário revisar o estado correspondente.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Consome cadastros e roteiros; origina termos, documentos e prestação.</a:t>
            </a: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Ofício — custeio por outra instituição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417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ficios-custeio-outra-instituica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8041"/>
            <a:ext cx="7543800" cy="47168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Navegação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mantém área, usuário, tema e caminhos do módulo.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1390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106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04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Conteúdo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 região central apresenta dados e controles da finalidade atual.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279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2995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639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Avisos, badges e etapas mostram o andamento do processo.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663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379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727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Os comandos disponíveis dependem do estado e da autorização.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3372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7088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4540"/>
            <a:ext cx="1110997" cy="11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Nº do Ofício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Número   ·   Preenchimento: Manual ou automático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Em branco reserva a numeração automática; informado deve ser positivo e único por ano e área.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Protocolo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com máscara   ·   Preenchimento: Manual   ·   Obrigatório: Condicional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normalizado; na validação final, quando existe, deve ter nove dígitos.</a:t>
            </a: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Custeio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Opções predefinidas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Controla a origem do custeio e a exibição do nome da instituição externa.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Nome da Instituição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  ·   Preenchimento: Manual   ·   Obrigatório: Somente em outra instituição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Torna-se obrigatório quando o custeio é de outra instituição e alimenta o documento.</a:t>
            </a: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Modelo de motivo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Modelos ativos da área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Copia texto para a descrição; a referência ao modelo não é persistida.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Motivo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Modelos ativos da área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Copia texto para a descrição; a referência ao modelo não é persistida.</a:t>
            </a: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Viajantes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Motorista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Gerenciar modelos de motivo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Novo viajante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11–12 de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 à lista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Avançar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Valida a etapa e conduz ao transporte.</a:t>
            </a: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TELA-036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5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Ofício é criado → status padrão RASCUNHO, data local automática e número/ano reservados → rascunho já ocupa numeração.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Numeração automática é pedida → menor lacuna liberada por exclusão é usada; sem lacuna, maior número + 1 → saltos nunca usados manualmente não viram sugestão.</a:t>
            </a: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TELA-036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5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Número/ano preenchidos repetem a mesma área → constraint rejeita; áreas distintas têm sequências independentes → unicidade territorial anual.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Etapa de dados é salva como rascunho ou continuar → modelo de motivo pode preencher texto e serviço avalia completude → status automático RASCUNHO/GERADO conforme ação e campos.</a:t>
            </a: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TELA-036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5–5 de 5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Custeio é OUTRA_INSTITUIÇÃO → observação/nome da instituição torna-se obrigatório; demais tipos não exigem → documento não sai sem identificar custeador externo.</a:t>
            </a: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TELA-036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401 JSON para sessão expirada em AJAX/API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9560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TELA-037 · Cadastro de ofício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428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ficios-detalh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592" y="1261872"/>
            <a:ext cx="5737494" cy="501091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Executar a etapa operacional de ofícios indicada pelo título, com feedback de validação e estado.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Ofícios pelo menu e siga para `/oficios/1/dados-viajantes/`;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o processo alcançar esta etapa ou quando for necessário revisar o estado correspondente.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Consome cadastros e roteiros; origina termos, documentos e prestação.</a:t>
            </a: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Cadastro de ofício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429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ficios-detalh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193" y="1234440"/>
            <a:ext cx="5821253" cy="50840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Etapa e 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identifica registro, sequência e pendências.</a:t>
            </a:r>
          </a:p>
        </p:txBody>
      </p:sp>
      <p:sp>
        <p:nvSpPr>
          <p:cNvPr id="15" name="Oval 14"/>
          <p:cNvSpPr/>
          <p:nvPr/>
        </p:nvSpPr>
        <p:spPr>
          <a:xfrm>
            <a:off x="1628725" y="149083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8725" y="150455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031061" y="1692005"/>
            <a:ext cx="6271691" cy="118507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Campos principais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Preencha os dados visíveis e observe obrigatoriedades.</a:t>
            </a:r>
          </a:p>
        </p:txBody>
      </p:sp>
      <p:sp>
        <p:nvSpPr>
          <p:cNvPr id="23" name="Oval 22"/>
          <p:cNvSpPr/>
          <p:nvPr/>
        </p:nvSpPr>
        <p:spPr>
          <a:xfrm>
            <a:off x="3142251" y="296521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42251" y="297893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544587" y="3035808"/>
            <a:ext cx="4758165" cy="13057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Dependências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Escolhas podem revelar, bloquear ou preencher outros campos.</a:t>
            </a:r>
          </a:p>
        </p:txBody>
      </p:sp>
      <p:sp>
        <p:nvSpPr>
          <p:cNvPr id="31" name="Oval 30"/>
          <p:cNvSpPr/>
          <p:nvPr/>
        </p:nvSpPr>
        <p:spPr>
          <a:xfrm>
            <a:off x="4946839" y="4287072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46839" y="4300788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349175" y="4261104"/>
            <a:ext cx="2953577" cy="22713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Continuidade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Salvar ou avançar valida os dados e conduz ao próximo estado.</a:t>
            </a:r>
          </a:p>
        </p:txBody>
      </p:sp>
      <p:sp>
        <p:nvSpPr>
          <p:cNvPr id="39" name="Oval 38"/>
          <p:cNvSpPr/>
          <p:nvPr/>
        </p:nvSpPr>
        <p:spPr>
          <a:xfrm>
            <a:off x="6169302" y="540556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69302" y="541928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6571638" y="5486400"/>
            <a:ext cx="1731114" cy="120335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TELA-037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Nº do Ofício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Número   ·   Preenchimento: Manual ou automático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Em branco reserva a numeração automática; informado deve ser positivo e único por ano e área.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Protocolo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com máscara   ·   Preenchimento: Manual   ·   Obrigatório: Condicional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normalizado; na validação final, quando existe, deve ter nove dígitos.</a:t>
            </a: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TELA-037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Custeio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Opções predefinidas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Controla a origem do custeio e a exibição do nome da instituição externa.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Modelo de motivo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Modelos ativos da área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Copia texto para a descrição; a referência ao modelo não é persistida.</a:t>
            </a: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TELA-037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Motivo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Modelos ativos da área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Copia texto para a descrição; a referência ao modelo não é persistida.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Viajantes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TELA-037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Motorista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Gerenciar modelos de motivo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TELA-037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Novo viajante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 à lista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TELA-037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11–11 de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Avançar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Valida a etapa e conduz ao transporte.</a:t>
            </a: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TELA-037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6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Ofício é criado → status padrão RASCUNHO, data local automática e número/ano reservados → rascunho já ocupa numeração.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Numeração automática é pedida → menor lacuna liberada por exclusão é usada; sem lacuna, maior número + 1 → saltos nunca usados manualmente não viram sugestão.</a:t>
            </a: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TELA-037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6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Duas reservas concorrentes colidem → serviço usa até 3 tentativas/savepoint e recalcula → IntegrityError de disputa não derruba imediatamente a transação externa.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Número/ano preenchidos repetem a mesma área → constraint rejeita; áreas distintas têm sequências independentes → unicidade territorial anual.</a:t>
            </a: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TELA-037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5–6 de 6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Etapa de dados é salva como rascunho ou continuar → modelo de motivo pode preencher texto e serviço avalia completude → status automático RASCUNHO/GERADO conforme ação e campos.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Custeio é OUTRA_INSTITUIÇÃO → observação/nome da instituição torna-se obrigatório; demais tipos não exigem → documento não sai sem identificar custeador externo.</a:t>
            </a: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TELA-037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439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401 JSON para sessão expirada em AJAX/API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9560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TELA-038 · Edição de ofício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440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ficios-detalh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592" y="1261872"/>
            <a:ext cx="5737494" cy="501091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Revisar e atualizar dados existentes, preservando vínculos e regras de autorização.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Ofícios pelo menu e siga para `/oficios/1/dados-viajantes/`;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o processo alcançar esta etapa ou quando for necessário revisar o estado correspondente.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Consome cadastros e roteiros; origina termos, documentos e prestação.</a:t>
            </a: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Edição de ofício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441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ficios-detalh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193" y="1234440"/>
            <a:ext cx="5821253" cy="50840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Navegação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mantém área, usuário, tema e caminhos do módulo.</a:t>
            </a:r>
          </a:p>
        </p:txBody>
      </p:sp>
      <p:sp>
        <p:nvSpPr>
          <p:cNvPr id="15" name="Oval 14"/>
          <p:cNvSpPr/>
          <p:nvPr/>
        </p:nvSpPr>
        <p:spPr>
          <a:xfrm>
            <a:off x="1628725" y="149083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8725" y="150455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031061" y="1692005"/>
            <a:ext cx="6271691" cy="118507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Conteúdo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 região central apresenta dados e controles da finalidade atual.</a:t>
            </a:r>
          </a:p>
        </p:txBody>
      </p:sp>
      <p:sp>
        <p:nvSpPr>
          <p:cNvPr id="23" name="Oval 22"/>
          <p:cNvSpPr/>
          <p:nvPr/>
        </p:nvSpPr>
        <p:spPr>
          <a:xfrm>
            <a:off x="3142251" y="296521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42251" y="297893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544587" y="3035808"/>
            <a:ext cx="4758165" cy="13057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Avisos, badges e etapas mostram o andamento do processo.</a:t>
            </a:r>
          </a:p>
        </p:txBody>
      </p:sp>
      <p:sp>
        <p:nvSpPr>
          <p:cNvPr id="31" name="Oval 30"/>
          <p:cNvSpPr/>
          <p:nvPr/>
        </p:nvSpPr>
        <p:spPr>
          <a:xfrm>
            <a:off x="4946839" y="4287072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46839" y="4300788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349175" y="4261104"/>
            <a:ext cx="2953577" cy="22713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Os comandos disponíveis dependem do estado e da autorização.</a:t>
            </a:r>
          </a:p>
        </p:txBody>
      </p:sp>
      <p:sp>
        <p:nvSpPr>
          <p:cNvPr id="39" name="Oval 38"/>
          <p:cNvSpPr/>
          <p:nvPr/>
        </p:nvSpPr>
        <p:spPr>
          <a:xfrm>
            <a:off x="6169302" y="540556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69302" y="541928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6571638" y="5486400"/>
            <a:ext cx="1731114" cy="120335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Nº do Ofício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Número   ·   Preenchimento: Manual ou automático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Em branco reserva a numeração automática; informado deve ser positivo e único por ano e área.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Protocolo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com máscara   ·   Preenchimento: Manual   ·   Obrigatório: Condicional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normalizado; na validação final, quando existe, deve ter nove dígitos.</a:t>
            </a: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Custeio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Opções predefinidas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Controla a origem do custeio e a exibição do nome da instituição externa.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Modelo de motivo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Modelos ativos da área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Copia texto para a descrição; a referência ao modelo não é persistida.</a:t>
            </a: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Motivo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Modelos ativos da área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Copia texto para a descrição; a referência ao modelo não é persistida.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Viajantes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Motorista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Gerenciar modelos de motivo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Novo viajante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 à lista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11–11 de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Avançar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Valida a etapa e conduz ao transporte.</a:t>
            </a: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TELA-038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11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Ofício é criado → status padrão RASCUNHO, data local automática e número/ano reservados → rascunho já ocupa numeração.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Numeração automática é pedida → menor lacuna liberada por exclusão é usada; sem lacuna, maior número + 1 → saltos nunca usados manualmente não viram sugestão.</a:t>
            </a: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TELA-038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11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449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Duas reservas concorrentes colidem → serviço usa até 3 tentativas/savepoint e recalcula → IntegrityError de disputa não derruba imediatamente a transação externa.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Número/ano preenchidos repetem a mesma área → constraint rejeita; áreas distintas têm sequências independentes → unicidade territorial anual.</a:t>
            </a: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TELA-038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5–6 de 11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Ofício numerado é excluído → número vira OficioNumeroLacuna; edição, cancelamento ou retificação não liberam o anterior → reaproveitamento só nasce de exclusão.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Etapa de dados é salva como rascunho ou continuar → modelo de motivo pode preencher texto e serviço avalia completude → status automático RASCUNHO/GERADO conforme ação e campos.</a:t>
            </a:r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TELA-038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7–8 de 11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451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Custeio é OUTRA_INSTITUIÇÃO → observação/nome da instituição torna-se obrigatório; demais tipos não exigem → documento não sai sem identificar custeador externo.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Ofício é cancelado → flag/motivo/data de cancelamento são gravados; cancelamento não exclui nem libera número → histórico permanece.</a:t>
            </a: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TELA-038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9–10 de 11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Ofício é retificado/desfeito → marcadores de retificação mudam sem trocar identidade/número → fluxo alternativo é reversível.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Ofício é marcado complementar/desfeito → flag complementar alterna → apresentação/documento distingue complemento sem criar nova regra de numeração.</a:t>
            </a: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TELA-038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11–11 de 11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453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Exclusão encontra vínculos protegidos → OficioVinculadoError bloqueia e explica; se permitido, limpeza documental/número ocorre no serviço → cascata não é deixada à view.</a:t>
            </a: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TELA-038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401 JSON para sessão expirada em AJAX/API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9560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TELA-039 · Lista de ofícios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455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ficios-lis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Localizar, filtrar e abrir registros do módulo, respeitando a área ativa e o papel do usuário.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Ofícios pelo menu e siga para `/oficios/`;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para localizar registros, comparar estados e iniciar consulta, edição ou criação.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Consome cadastros e roteiros; origina termos, documentos e prestação.</a:t>
            </a:r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Lista de ofícios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456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ficios-lis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Confirme módulo, área ativa e perfil antes de agir.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Filtros e ordenação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Use os controles para reduzir e organizar os resultados.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Registros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Cada card ou linha resume dados, situação e vínculos.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Abra, edite, crie ou baixe conforme estado e permissão.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457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Buscar ofícios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Restringe os resultados desta tela e não altera os registros persistidos.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Filtrar por situação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458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Ordenar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Viagem — 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459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Viagem — até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Criação — 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</p:spTree>
  </p:cSld>
  <p:clrMapOvr>
    <a:masterClrMapping/>
  </p:clrMapOvr>
</p:sld>
</file>

<file path=ppt/slides/slide4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Criação — até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Novo ofício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461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Limpar filtros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Muda somente a apresentação ou os critérios da tela; não modifica o cadastro persistido.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4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11–12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462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Editar ou continuar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Visualizar documento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13–14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463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Baixar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Produz ou entrega o artefato indicado somente após as validações e condições funcionais aplicáveis.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Anexar ou gerenciar assinado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4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15–16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464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Retificar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Marcar complementar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4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17–18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465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Cancelar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Excluir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</p:spTree>
  </p:cSld>
  <p:clrMapOvr>
    <a:masterClrMapping/>
  </p:clrMapOvr>
</p:sld>
</file>

<file path=ppt/slides/slide4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TELA-039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9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466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Ofício é criado → status padrão RASCUNHO, data local automática e número/ano reservados → rascunho já ocupa numeração.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Número/ano preenchidos repetem a mesma área → constraint rejeita; áreas distintas têm sequências independentes → unicidade territorial anual.</a:t>
            </a:r>
          </a:p>
        </p:txBody>
      </p:sp>
    </p:spTree>
  </p:cSld>
  <p:clrMapOvr>
    <a:masterClrMapping/>
  </p:clrMapOvr>
</p:sld>
</file>

<file path=ppt/slides/slide4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TELA-039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9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467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Ofício numerado é excluído → número vira OficioNumeroLacuna; edição, cancelamento ou retificação não liberam o anterior → reaproveitamento só nasce de exclusão.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Etapa de dados é salva como rascunho ou continuar → modelo de motivo pode preencher texto e serviço avalia completude → status automático RASCUNHO/GERADO conforme ação e campos.</a:t>
            </a:r>
          </a:p>
        </p:txBody>
      </p:sp>
    </p:spTree>
  </p:cSld>
  <p:clrMapOvr>
    <a:masterClrMapping/>
  </p:clrMapOvr>
</p:sld>
</file>

<file path=ppt/slides/slide4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TELA-039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5–6 de 9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468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Documento é gerado com sucesso → artefato/cache é persistido e status pode refletir GERADO → gerações repetidas equivalentes podem reutilizar saída.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Ofício é cancelado → flag/motivo/data de cancelamento são gravados; cancelamento não exclui nem libera número → histórico permanece.</a:t>
            </a:r>
          </a:p>
        </p:txBody>
      </p:sp>
    </p:spTree>
  </p:cSld>
  <p:clrMapOvr>
    <a:masterClrMapping/>
  </p:clrMapOvr>
</p:sld>
</file>

<file path=ppt/slides/slide4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TELA-039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7–8 de 9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469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Ofício é retificado/desfeito → marcadores de retificação mudam sem trocar identidade/número → fluxo alternativo é reversível.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Ofício é marcado complementar/desfeito → flag complementar alterna → apresentação/documento distingue complemento sem criar nova regra de numeração.</a:t>
            </a:r>
          </a:p>
        </p:txBody>
      </p:sp>
    </p:spTree>
  </p:cSld>
  <p:clrMapOvr>
    <a:masterClrMapping/>
  </p:clrMapOvr>
</p:sld>
</file>

<file path=ppt/slides/slide4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TELA-039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9–9 de 9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470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Exclusão encontra vínculos protegidos → OficioVinculadoError bloqueia e explica; se permitido, limpeza documental/número ocorre no serviço → cascata não é deixada à view.</a:t>
            </a:r>
          </a:p>
        </p:txBody>
      </p:sp>
    </p:spTree>
  </p:cSld>
  <p:clrMapOvr>
    <a:masterClrMapping/>
  </p:clrMapOvr>
</p:sld>
</file>

<file path=ppt/slides/slide4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TELA-039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471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4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TELA-040 · Lista de ofícios — tema claro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472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ficios-lista-cla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Localizar, filtrar e abrir registros do módulo, respeitando a área ativa e o papel do usuário.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Ofícios pelo menu e siga para `/oficios/ — após selecionar o tema Claro`;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para localizar registros, comparar estados e iniciar consulta, edição ou criação.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Consome cadastros e roteiros; origina termos, documentos e prestação.</a:t>
            </a:r>
          </a:p>
        </p:txBody>
      </p:sp>
    </p:spTree>
  </p:cSld>
  <p:clrMapOvr>
    <a:masterClrMapping/>
  </p:clrMapOvr>
</p:sld>
</file>

<file path=ppt/slides/slide4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Lista de ofícios — tema claro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473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ficios-lista-cla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Confirme módulo, área ativa e perfil antes de agir.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Filtros e ordenação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Use os controles para reduzir e organizar os resultados.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Registros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Cada card ou linha resume dados, situação e vínculos.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Abra, edite, crie ou baixe conforme estado e permissão.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TELA-040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474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Buscar ofícios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Restringe os resultados desta tela e não altera os registros persistidos.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Filtrar por situação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</p:spTree>
  </p:cSld>
  <p:clrMapOvr>
    <a:masterClrMapping/>
  </p:clrMapOvr>
</p:sld>
</file>

<file path=ppt/slides/slide4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TELA-040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Ordenar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Viagem — 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</p:spTree>
  </p:cSld>
  <p:clrMapOvr>
    <a:masterClrMapping/>
  </p:clrMapOvr>
</p:sld>
</file>

<file path=ppt/slides/slide4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TELA-040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476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Viagem — até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Criação — 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</p:spTree>
  </p:cSld>
  <p:clrMapOvr>
    <a:masterClrMapping/>
  </p:clrMapOvr>
</p:sld>
</file>

<file path=ppt/slides/slide4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TELA-040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477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Criação — até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Novo ofício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4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TELA-040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478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Limpar filtros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Muda somente a apresentação ou os critérios da tela; não modifica o cadastro persistido.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4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TELA-040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11–12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479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Editar ou continuar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Visualizar documento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4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TELA-040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13–14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480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Baixar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Produz ou entrega o artefato indicado somente após as validações e condições funcionais aplicáveis.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Anexar ou gerenciar assinado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4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TELA-040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15–16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481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Retificar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Marcar complementar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4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TELA-040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17–18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482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Cancelar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Excluir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TELA-040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9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483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Ofício é criado → status padrão RASCUNHO, data local automática e número/ano reservados → rascunho já ocupa numeração.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Número/ano preenchidos repetem a mesma área → constraint rejeita; áreas distintas têm sequências independentes → unicidade territorial anual.</a:t>
            </a:r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TELA-040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9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484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Ofício numerado é excluído → número vira OficioNumeroLacuna; edição, cancelamento ou retificação não liberam o anterior → reaproveitamento só nasce de exclusão.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Etapa de dados é salva como rascunho ou continuar → modelo de motivo pode preencher texto e serviço avalia completude → status automático RASCUNHO/GERADO conforme ação e campos.</a:t>
            </a:r>
          </a:p>
        </p:txBody>
      </p:sp>
    </p:spTree>
  </p:cSld>
  <p:clrMapOvr>
    <a:masterClrMapping/>
  </p:clrMapOvr>
</p:sld>
</file>

<file path=ppt/slides/slide4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TELA-040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5–6 de 9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485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Documento é gerado com sucesso → artefato/cache é persistido e status pode refletir GERADO → gerações repetidas equivalentes podem reutilizar saída.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Ofício é cancelado → flag/motivo/data de cancelamento são gravados; cancelamento não exclui nem libera número → histórico permanece.</a:t>
            </a:r>
          </a:p>
        </p:txBody>
      </p:sp>
    </p:spTree>
  </p:cSld>
  <p:clrMapOvr>
    <a:masterClrMapping/>
  </p:clrMapOvr>
</p:sld>
</file>

<file path=ppt/slides/slide4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TELA-040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7–8 de 9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486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Ofício é retificado/desfeito → marcadores de retificação mudam sem trocar identidade/número → fluxo alternativo é reversível.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Ofício é marcado complementar/desfeito → flag complementar alterna → apresentação/documento distingue complemento sem criar nova regra de numeração.</a:t>
            </a:r>
          </a:p>
        </p:txBody>
      </p:sp>
    </p:spTree>
  </p:cSld>
  <p:clrMapOvr>
    <a:masterClrMapping/>
  </p:clrMapOvr>
</p:sld>
</file>

<file path=ppt/slides/slide4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TELA-040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9–9 de 9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487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Exclusão encontra vínculos protegidos → OficioVinculadoError bloqueia e explica; se permitido, limpeza documental/número ocorre no serviço → cascata não é deixada à view.</a:t>
            </a:r>
          </a:p>
        </p:txBody>
      </p:sp>
    </p:spTree>
  </p:cSld>
  <p:clrMapOvr>
    <a:masterClrMapping/>
  </p:clrMapOvr>
</p:sld>
</file>

<file path=ppt/slides/slide4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TELA-040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488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4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TELA-041 · Editar modelo de motivo do ofício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489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ficios-modelos-motivo-edit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Revisar e atualizar dados existentes, preservando vínculos e regras de autorização.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Ofícios pelo menu e siga para `/oficios/modelos-motivo/`;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para corrigir ou complementar um registro já existente, dentro das permissões da área.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Consome cadastros e roteiros; origina termos, documentos e prestação.</a:t>
            </a:r>
          </a:p>
        </p:txBody>
      </p:sp>
    </p:spTree>
  </p:cSld>
  <p:clrMapOvr>
    <a:masterClrMapping/>
  </p:clrMapOvr>
</p:sld>
</file>

<file path=ppt/slides/slide4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Editar modelo de motivo do ofício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490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ficios-modelos-motivo-edit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Etapa e 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identifica registro, sequência e pendências.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Campos principais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Preencha os dados visíveis e observe obrigatoriedades.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Dependências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Escolhas podem revelar, bloquear ou preencher outros campos.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Continuidade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Salvar ou avançar valida os dados e conduz ao próximo estado.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TELA-041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491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  ·   Preenchimento: Manual   ·   Obrigatório: Sim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Identifica o modelo reutilizável dentro da área.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longo   ·   Preenchimento: Manual   ·   Obrigatório: Sim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normalizado e copiado para o documento de trabalho quando selecionado.</a:t>
            </a:r>
          </a:p>
        </p:txBody>
      </p:sp>
    </p:spTree>
  </p:cSld>
  <p:clrMapOvr>
    <a:masterClrMapping/>
  </p:clrMapOvr>
</p:sld>
</file>

<file path=ppt/slides/slide4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TELA-041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492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Modelo padrão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Sim/Não   ·   Preenchimento: Opções predefinidas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Ao marcar, substitui somente o padrão da mesma área.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4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TELA-041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5–5 de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493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Salvar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Valida e persiste o modelo institucional.</a:t>
            </a:r>
          </a:p>
        </p:txBody>
      </p:sp>
    </p:spTree>
  </p:cSld>
  <p:clrMapOvr>
    <a:masterClrMapping/>
  </p:clrMapOvr>
</p:sld>
</file>

<file path=ppt/slides/slide4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TELA-041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1–1 de 1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494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Etapa de dados é salva como rascunho ou continuar → modelo de motivo pode preencher texto e serviço avalia completude → status automático RASCUNHO/GERADO conforme ação e campos.</a:t>
            </a:r>
          </a:p>
        </p:txBody>
      </p:sp>
    </p:spTree>
  </p:cSld>
  <p:clrMapOvr>
    <a:masterClrMapping/>
  </p:clrMapOvr>
</p:sld>
</file>

<file path=ppt/slides/slide4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TELA-041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495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4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TELA-042 · Lista de modelos de motivo do ofício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496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ficios-modelos-motivo-edit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Localizar, filtrar e abrir registros do módulo, respeitando a área ativa e o papel do usuário.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Ofícios pelo menu e siga para `/oficios/modelos-motivo/`;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para localizar registros, comparar estados e iniciar consulta, edição ou criação.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Consome cadastros e roteiros; origina termos, documentos e prestação.</a:t>
            </a:r>
          </a:p>
        </p:txBody>
      </p:sp>
    </p:spTree>
  </p:cSld>
  <p:clrMapOvr>
    <a:masterClrMapping/>
  </p:clrMapOvr>
</p:sld>
</file>

<file path=ppt/slides/slide4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Lista de modelos de motivo do ofício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497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ficios-modelos-motivo-edit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Confirme módulo, área ativa e perfil antes de agir.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Filtros e ordenação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Use os controles para reduzir e organizar os resultados.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Registros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Cada card ou linha resume dados, situação e vínculos.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Abra, edite, crie ou baixe conforme estado e permissão.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498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Buscar modelos de motivo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Restringe os resultados desta tela e não altera os registros persistidos.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Novo modelo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4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499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Limpar busca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Muda somente a apresentação ou os critérios da tela; não modifica o cadastro persistido.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Editar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5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Definir como padrão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Excluir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</p:spTree>
  </p:cSld>
  <p:clrMapOvr>
    <a:masterClrMapping/>
  </p:clrMapOvr>
</p:sld>
</file>

<file path=ppt/slides/slide5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TELA-042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1–1 de 1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Etapa de dados é salva como rascunho ou continuar → modelo de motivo pode preencher texto e serviço avalia completude → status automático RASCUNHO/GERADO conforme ação e campos.</a:t>
            </a:r>
          </a:p>
        </p:txBody>
      </p:sp>
    </p:spTree>
  </p:cSld>
  <p:clrMapOvr>
    <a:masterClrMapping/>
  </p:clrMapOvr>
</p:sld>
</file>

<file path=ppt/slides/slide5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TELA-042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5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TELA-043 · Novo modelo de motivo do ofício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503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ficios-modelos-motivo-edit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Cadastrar um novo registro com validações de formato, obrigatoriedade e coerência de domínio.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Ofícios pelo menu e siga para `/oficios/modelos-motivo/novo/`;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ainda não existe um registro para o processo que será iniciado.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Consome cadastros e roteiros; origina termos, documentos e prestação.</a:t>
            </a:r>
          </a:p>
        </p:txBody>
      </p:sp>
    </p:spTree>
  </p:cSld>
  <p:clrMapOvr>
    <a:masterClrMapping/>
  </p:clrMapOvr>
</p:sld>
</file>

<file path=ppt/slides/slide5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Novo modelo de motivo do ofício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504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ficios-modelos-motivo-edit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Etapa e 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identifica registro, sequência e pendências.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Campos principais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Preencha os dados visíveis e observe obrigatoriedades.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Dependências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Escolhas podem revelar, bloquear ou preencher outros campos.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Continuidade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Salvar ou avançar valida os dados e conduz ao próximo estado.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  ·   Preenchimento: Manual   ·   Obrigatório: Sim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Identifica o modelo reutilizável dentro da área.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longo   ·   Preenchimento: Manual   ·   Obrigatório: Sim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normalizado e copiado para o documento de trabalho quando selecionado.</a:t>
            </a:r>
          </a:p>
        </p:txBody>
      </p:sp>
    </p:spTree>
  </p:cSld>
  <p:clrMapOvr>
    <a:masterClrMapping/>
  </p:clrMapOvr>
</p:sld>
</file>

<file path=ppt/slides/slide5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Modelo padrão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Sim/Não   ·   Preenchimento: Opções predefinidas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Ao marcar, substitui somente o padrão da mesma área.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5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5–5 de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Salvar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Valida e persiste o modelo institucional.</a:t>
            </a:r>
          </a:p>
        </p:txBody>
      </p:sp>
    </p:spTree>
  </p:cSld>
  <p:clrMapOvr>
    <a:masterClrMapping/>
  </p:clrMapOvr>
</p:sld>
</file>

<file path=ppt/slides/slide5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TELA-043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1–1 de 1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Etapa de dados é salva como rascunho ou continuar → modelo de motivo pode preencher texto e serviço avalia completude → status automático RASCUNHO/GERADO conforme ação e campos.</a:t>
            </a:r>
          </a:p>
        </p:txBody>
      </p:sp>
    </p:spTree>
  </p:cSld>
  <p:clrMapOvr>
    <a:masterClrMapping/>
  </p:clrMapOvr>
</p:sld>
</file>

<file path=ppt/slides/slide5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TELA-043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5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TELA-044 · Ofício — motorista não cadastrado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510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ficios-motorista-manu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Executar a etapa operacional de ofícios indicada pelo título, com feedback de validação e estado.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Ofícios pelo menu e siga para `/oficios/1/transporte/ — após escolher motorista não cadastrado`;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o processo alcançar esta etapa ou quando for necessário revisar o estado correspondente.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Consome cadastros e roteiros; origina termos, documentos e prestação.</a:t>
            </a:r>
          </a:p>
        </p:txBody>
      </p:sp>
    </p:spTree>
  </p:cSld>
  <p:clrMapOvr>
    <a:masterClrMapping/>
  </p:clrMapOvr>
</p:sld>
</file>

<file path=ppt/slides/slide5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Ofício — motorista não cadastrado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511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ficios-motorista-manu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Navegação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mantém área, usuário, tema e caminhos do módulo.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Conteúdo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 região central apresenta dados e controles da finalidade atual.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Avisos, badges e etapas mostram o andamento do processo.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Os comandos disponíveis dependem do estado e da autorização.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Buscar viatura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Busca   ·   Preenchimento: Cadastro ou manual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Selecionar cadastro preenche dados; placa não localizada mantém o modo manual.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Modelo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  ·   Preenchimento: Cadastro ou manual   ·   Obrigatório: Condicional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pelo cadastro ou informado quando a viatura é manual.</a:t>
            </a:r>
          </a:p>
        </p:txBody>
      </p:sp>
    </p:spTree>
  </p:cSld>
  <p:clrMapOvr>
    <a:masterClrMapping/>
  </p:clrMapOvr>
</p:sld>
</file>

<file path=ppt/slides/slide5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Combustível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Catálogo da área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Persiste o combustível efetivo do transporte manual.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Tipo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Caracterizada/descaracterizada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Persiste o tipo efetivo do transporte manual.</a:t>
            </a:r>
          </a:p>
        </p:txBody>
      </p:sp>
    </p:spTree>
  </p:cSld>
  <p:clrMapOvr>
    <a:masterClrMapping/>
  </p:clrMapOvr>
</p:sld>
</file>

<file path=ppt/slides/slide5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Porte/transporte de armas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Sim/Não   ·   Preenchimento: Opções predefinidas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Integra o contexto documental do deslocamento.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Motorista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Alternância   ·   Preenchimento: Servidor ou não cadastrado   ·   Obrigatório: Condicional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Controla quais dados de motorista ficam ativos e limpa a alternativa incompatível.</a:t>
            </a:r>
          </a:p>
        </p:txBody>
      </p:sp>
    </p:spTree>
  </p:cSld>
  <p:clrMapOvr>
    <a:masterClrMapping/>
  </p:clrMapOvr>
</p:sld>
</file>

<file path=ppt/slides/slide5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Motorista não cadastrado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  ·   Preenchimento: Manual   ·   Obrigatório: No modo não cadastrado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Identifica o motorista externo e é persistido no ofício.</a:t>
            </a:r>
          </a:p>
        </p:txBody>
      </p:sp>
    </p:spTree>
  </p:cSld>
  <p:clrMapOvr>
    <a:masterClrMapping/>
  </p:clrMapOvr>
</p:sld>
</file>

<file path=ppt/slides/slide5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CPF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Ofício de referência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5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11–12 de 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Protocolo de referência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É o único policial civil no veículo?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5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13–14 de 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Nova viatura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Usar motorista cadastrado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5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15–16 de 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 à lista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5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17–17 de 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Avançar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Valida transporte e motorista antes de seguir.</a:t>
            </a:r>
          </a:p>
        </p:txBody>
      </p:sp>
    </p:spTree>
  </p:cSld>
  <p:clrMapOvr>
    <a:masterClrMapping/>
  </p:clrMapOvr>
</p:sld>
</file>

<file path=ppt/slides/slide5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TELA-044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4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Transporte usa viatura cadastrada ou manual → dados efetivos vêm da FK ou campos manuais; modo manual exige dados correspondentes → documento usa fonte selecionada.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Motorista é servidor ou manual → campos efetivos mudam conforme modo; CPF manual é normalizado/validado → identificação do motorista acompanha a escolha.</a:t>
            </a:r>
          </a:p>
        </p:txBody>
      </p:sp>
    </p:spTree>
  </p:cSld>
  <p:clrMapOvr>
    <a:masterClrMapping/>
  </p:clrMapOvr>
</p:sld>
</file>

<file path=ppt/slides/slide5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TELA-044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4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Motorista é “carona”/externo e exige protocolo → pendência específica é produzida quando protocolo está ausente/inválido → geração documental é bloqueada até correção.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Ofício tenta gerar/finalizar documento → validação agrega pendências de dados, motorista/protocolo, transporte, roteiro e justificativa → usuário é redirecionado à etapa de correção.</a:t>
            </a:r>
          </a:p>
        </p:txBody>
      </p:sp>
    </p:spTree>
  </p:cSld>
  <p:clrMapOvr>
    <a:masterClrMapping/>
  </p:clrMapOvr>
</p:sld>
</file>

<file path=ppt/slides/slide5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TELA-044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401 JSON para sessão expirada em AJAX/API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9560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5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TELA-045 · Ofício — dados e viajantes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524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ficios-wizard-dados-viajan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592" y="1261872"/>
            <a:ext cx="5737494" cy="501091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Executar a etapa operacional de ofícios indicada pelo título, com feedback de validação e estado.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Ofícios pelo menu e siga para `/oficios/1/dados-viajantes/`;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o processo alcançar esta etapa ou quando for necessário revisar o estado correspondente.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Consome cadastros e roteiros; origina termos, documentos e prestação.</a:t>
            </a:r>
          </a:p>
        </p:txBody>
      </p:sp>
    </p:spTree>
  </p:cSld>
  <p:clrMapOvr>
    <a:masterClrMapping/>
  </p:clrMapOvr>
</p:sld>
</file>

<file path=ppt/slides/slide5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Ofício — dados e viajantes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525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ficios-wizard-dados-viajan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193" y="1234440"/>
            <a:ext cx="5821253" cy="50840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Navegação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mantém área, usuário, tema e caminhos do módulo.</a:t>
            </a:r>
          </a:p>
        </p:txBody>
      </p:sp>
      <p:sp>
        <p:nvSpPr>
          <p:cNvPr id="15" name="Oval 14"/>
          <p:cNvSpPr/>
          <p:nvPr/>
        </p:nvSpPr>
        <p:spPr>
          <a:xfrm>
            <a:off x="1628725" y="149083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8725" y="150455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031061" y="1692005"/>
            <a:ext cx="6271691" cy="118507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Conteúdo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 região central apresenta dados e controles da finalidade atual.</a:t>
            </a:r>
          </a:p>
        </p:txBody>
      </p:sp>
      <p:sp>
        <p:nvSpPr>
          <p:cNvPr id="23" name="Oval 22"/>
          <p:cNvSpPr/>
          <p:nvPr/>
        </p:nvSpPr>
        <p:spPr>
          <a:xfrm>
            <a:off x="3142251" y="296521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42251" y="297893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544587" y="3035808"/>
            <a:ext cx="4758165" cy="13057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Avisos, badges e etapas mostram o andamento do processo.</a:t>
            </a:r>
          </a:p>
        </p:txBody>
      </p:sp>
      <p:sp>
        <p:nvSpPr>
          <p:cNvPr id="31" name="Oval 30"/>
          <p:cNvSpPr/>
          <p:nvPr/>
        </p:nvSpPr>
        <p:spPr>
          <a:xfrm>
            <a:off x="4946839" y="4287072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46839" y="4300788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349175" y="4261104"/>
            <a:ext cx="2953577" cy="22713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Os comandos disponíveis dependem do estado e da autorização.</a:t>
            </a:r>
          </a:p>
        </p:txBody>
      </p:sp>
      <p:sp>
        <p:nvSpPr>
          <p:cNvPr id="39" name="Oval 38"/>
          <p:cNvSpPr/>
          <p:nvPr/>
        </p:nvSpPr>
        <p:spPr>
          <a:xfrm>
            <a:off x="6169302" y="540556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69302" y="541928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6571638" y="5486400"/>
            <a:ext cx="1731114" cy="120335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Nº do Ofício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Número   ·   Preenchimento: Manual ou automático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Em branco reserva a numeração automática; informado deve ser positivo e único por ano e área.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Protocolo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com máscara   ·   Preenchimento: Manual   ·   Obrigatório: Condicional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normalizado; na validação final, quando existe, deve ter nove dígitos.</a:t>
            </a:r>
          </a:p>
        </p:txBody>
      </p:sp>
    </p:spTree>
  </p:cSld>
  <p:clrMapOvr>
    <a:masterClrMapping/>
  </p:clrMapOvr>
</p:sld>
</file>

<file path=ppt/slides/slide5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Custeio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Opções predefinidas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Controla a origem do custeio e a exibição do nome da instituição externa.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Modelo de motivo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Modelos ativos da área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Copia texto para a descrição; a referência ao modelo não é persistida.</a:t>
            </a:r>
          </a:p>
        </p:txBody>
      </p:sp>
    </p:spTree>
  </p:cSld>
  <p:clrMapOvr>
    <a:masterClrMapping/>
  </p:clrMapOvr>
</p:sld>
</file>

<file path=ppt/slides/slide5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Motivo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Modelos ativos da área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Copia texto para a descrição; a referência ao modelo não é persistida.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Viajantes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5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Motorista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Gerenciar modelos de motivo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5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Novo viajante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 à lista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5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11–11 de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Avançar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Valida a etapa e conduz ao transporte.</a:t>
            </a:r>
          </a:p>
        </p:txBody>
      </p:sp>
    </p:spTree>
  </p:cSld>
  <p:clrMapOvr>
    <a:masterClrMapping/>
  </p:clrMapOvr>
</p:sld>
</file>

<file path=ppt/slides/slide5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TELA-045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6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Ofício é criado → status padrão RASCUNHO, data local automática e número/ano reservados → rascunho já ocupa numeração.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Numeração automática é pedida → menor lacuna liberada por exclusão é usada; sem lacuna, maior número + 1 → saltos nunca usados manualmente não viram sugestão.</a:t>
            </a:r>
          </a:p>
        </p:txBody>
      </p:sp>
    </p:spTree>
  </p:cSld>
  <p:clrMapOvr>
    <a:masterClrMapping/>
  </p:clrMapOvr>
</p:sld>
</file>

<file path=ppt/slides/slide5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TELA-045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6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Duas reservas concorrentes colidem → serviço usa até 3 tentativas/savepoint e recalcula → IntegrityError de disputa não derruba imediatamente a transação externa.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Número/ano preenchidos repetem a mesma área → constraint rejeita; áreas distintas têm sequências independentes → unicidade territorial anual.</a:t>
            </a:r>
          </a:p>
        </p:txBody>
      </p:sp>
    </p:spTree>
  </p:cSld>
  <p:clrMapOvr>
    <a:masterClrMapping/>
  </p:clrMapOvr>
</p:sld>
</file>

<file path=ppt/slides/slide5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TELA-045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5–6 de 6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Etapa de dados é salva como rascunho ou continuar → modelo de motivo pode preencher texto e serviço avalia completude → status automático RASCUNHO/GERADO conforme ação e campos.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Custeio é OUTRA_INSTITUIÇÃO → observação/nome da instituição torna-se obrigatório; demais tipos não exigem → documento não sai sem identificar custeador externo.</a:t>
            </a:r>
          </a:p>
        </p:txBody>
      </p:sp>
    </p:spTree>
  </p:cSld>
  <p:clrMapOvr>
    <a:masterClrMapping/>
  </p:clrMapOvr>
</p:sld>
</file>

<file path=ppt/slides/slide5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TELA-045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401 JSON para sessão expirada em AJAX/API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9560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5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TELA-046 · Ofício — documentos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536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ficios-wizard-document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817" y="1261872"/>
            <a:ext cx="4919045" cy="501091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Gerar, anexar, consultar ou acompanhar documentos derivados do processo de viagem.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Ofícios pelo menu e siga para `/oficios/1/documentos/`;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o processo alcançar esta etapa ou quando for necessário revisar o estado correspondente.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Consome cadastros e roteiros; origina termos, documentos e prestação.</a:t>
            </a:r>
          </a:p>
        </p:txBody>
      </p:sp>
    </p:spTree>
  </p:cSld>
  <p:clrMapOvr>
    <a:masterClrMapping/>
  </p:clrMapOvr>
</p:sld>
</file>

<file path=ppt/slides/slide5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Ofício — documentos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537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ficios-wizard-document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391" y="1234440"/>
            <a:ext cx="4990856" cy="50840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Navegação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mantém área, usuário, tema e caminhos do módulo.</a:t>
            </a:r>
          </a:p>
        </p:txBody>
      </p:sp>
      <p:sp>
        <p:nvSpPr>
          <p:cNvPr id="15" name="Oval 14"/>
          <p:cNvSpPr/>
          <p:nvPr/>
        </p:nvSpPr>
        <p:spPr>
          <a:xfrm>
            <a:off x="1977491" y="149083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77491" y="150455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379827" y="1692005"/>
            <a:ext cx="5922925" cy="118507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Conteúdo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 região central apresenta dados e controles da finalidade atual.</a:t>
            </a:r>
          </a:p>
        </p:txBody>
      </p:sp>
      <p:sp>
        <p:nvSpPr>
          <p:cNvPr id="23" name="Oval 22"/>
          <p:cNvSpPr/>
          <p:nvPr/>
        </p:nvSpPr>
        <p:spPr>
          <a:xfrm>
            <a:off x="3275114" y="296521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75114" y="297893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677450" y="3035808"/>
            <a:ext cx="4625302" cy="13057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Avisos, badges e etapas mostram o andamento do processo.</a:t>
            </a:r>
          </a:p>
        </p:txBody>
      </p:sp>
      <p:sp>
        <p:nvSpPr>
          <p:cNvPr id="31" name="Oval 30"/>
          <p:cNvSpPr/>
          <p:nvPr/>
        </p:nvSpPr>
        <p:spPr>
          <a:xfrm>
            <a:off x="4822279" y="4287072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22279" y="4300788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224615" y="4261104"/>
            <a:ext cx="3078137" cy="22713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Os comandos disponíveis dependem do estado e da autorização.</a:t>
            </a:r>
          </a:p>
        </p:txBody>
      </p:sp>
      <p:sp>
        <p:nvSpPr>
          <p:cNvPr id="39" name="Oval 38"/>
          <p:cNvSpPr/>
          <p:nvPr/>
        </p:nvSpPr>
        <p:spPr>
          <a:xfrm>
            <a:off x="5870359" y="540556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70359" y="541928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6272695" y="5486400"/>
            <a:ext cx="2030057" cy="120335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Ofício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Termos de autorização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5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539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Justificativa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Ordem de serviço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5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Situação dos documentos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5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Salvar rascunho e voltar à lista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validação deste estado e persiste somente os dados próprios da etapa quando a pessoa tem permissão.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Finalizar Ofício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5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prévia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Fechar prévia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5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11–12 de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Visualizar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Baixar 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Produz ou entrega o artefato indicado somente após as validações e condições funcionais aplicáveis.</a:t>
            </a:r>
          </a:p>
        </p:txBody>
      </p:sp>
    </p:spTree>
  </p:cSld>
  <p:clrMapOvr>
    <a:masterClrMapping/>
  </p:clrMapOvr>
</p:sld>
</file>

<file path=ppt/slides/slide5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13–14 de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Baixar DOCX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Produz ou entrega o artefato indicado somente após as validações e condições funcionais aplicáveis.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Anexar ou gerenciar assinado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5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15–15 de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todos os termos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5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TELA-046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21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Ofício tenta gerar/finalizar documento → validação agrega pendências de dados, motorista/protocolo, transporte, roteiro e justificativa → usuário é redirecionado à etapa de correção.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Documento do ofício é solicitado em DOCX/PDF → payload canônico é montado e resposta passa pelo núcleo; PDF tenta cadeia de motores/cache → download ou erro tratado.</a:t>
            </a:r>
          </a:p>
        </p:txBody>
      </p:sp>
    </p:spTree>
  </p:cSld>
  <p:clrMapOvr>
    <a:masterClrMapping/>
  </p:clrMapOvr>
</p:sld>
</file>

<file path=ppt/slides/slide5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TELA-046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21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Documento é gerado com sucesso → artefato/cache é persistido e status pode refletir GERADO → gerações repetidas equivalentes podem reutilizar saída.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Justificativa obrigatória está ausente/incompleta → validação do ofício impede geração/finalização → operador volta à etapa de justificativa.</a:t>
            </a:r>
          </a:p>
        </p:txBody>
      </p:sp>
    </p:spTree>
  </p:cSld>
  <p:clrMapOvr>
    <a:masterClrMapping/>
  </p:clrMapOvr>
</p:sld>
</file>

<file path=ppt/slides/slide5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TELA-046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5–6 de 21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Geração é individual/lote/genérica/selecionados → serviço escolhe servidores e produz um ou vários documentos; PDFs podem ser fundidos → download consolidado.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RN-091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Existe PDF assinado do termo → versão assinada prevalece; senão usa PDF gerado → consumo sempre prefere manifestação assinada.</a:t>
            </a:r>
          </a:p>
        </p:txBody>
      </p:sp>
    </p:spTree>
  </p:cSld>
  <p:clrMapOvr>
    <a:masterClrMapping/>
  </p:clrMapOvr>
</p:sld>
</file>

<file path=ppt/slides/slide5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TELA-046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7–8 de 21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549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Tipo documental é solicitado → registro/template precisa existir e formato ser compatível; duplicidade de registro falha → geração não aceita tipo arbitrário.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Caminho de template é resolvido → deve permanecer dentro de documentos/resources → traversal/caminho externo é rejeitado.</a:t>
            </a:r>
          </a:p>
        </p:txBody>
      </p:sp>
    </p:spTree>
  </p:cSld>
  <p:clrMapOvr>
    <a:masterClrMapping/>
  </p:clrMapOvr>
</p:sld>
</file>

<file path=ppt/slides/slide5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TELA-046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9–10 de 21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Payload não contém placeholder obrigatório ou saída mantém placeholder → geração levanta erro explícito → marcadores não vazam para documento final.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DOCX é solicitado → docxtpl preenche template e retorna bytes; pacote/template ausente falha explicitamente → nenhum pacote é instalado durante request.</a:t>
            </a:r>
          </a:p>
        </p:txBody>
      </p:sp>
    </p:spTree>
  </p:cSld>
  <p:clrMapOvr>
    <a:masterClrMapping/>
  </p:clrMapOvr>
</p:sld>
</file>

<file path=ppt/slides/slide5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TELA-046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11–12 de 21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551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PDF em auto é solicitado → cadeia varia por SO e disponibilidade: Word/LibreOffice/unoserver/WeasyPrint/simple conforme preferência/configuração → melhor motor disponível é tentado.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Motor explícito falha e fallback automático está ligado → motores seguintes são tentados; sem motor, erro inclui orientação → falha não some em silêncio.</a:t>
            </a:r>
          </a:p>
        </p:txBody>
      </p:sp>
    </p:spTree>
  </p:cSld>
  <p:clrMapOvr>
    <a:masterClrMapping/>
  </p:clrMapOvr>
</p:sld>
</file>

<file path=ppt/slides/slide5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TELA-046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13–14 de 21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PDF simples não está permitido → simple não entra na cadeia; quando permitido, produz layout mínimo → fidelidade reduzida é fallback deliberado.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Conteúdo+template+formato+versão equivalentes geram chave idêntica → artefato válido pode ser reutilizado; mudança no payload/template invalida → cache é determinístico.</a:t>
            </a:r>
          </a:p>
        </p:txBody>
      </p:sp>
    </p:spTree>
  </p:cSld>
  <p:clrMapOvr>
    <a:masterClrMapping/>
  </p:clrMapOvr>
</p:sld>
</file>

<file path=ppt/slides/slide5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TELA-046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15–16 de 21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553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Geração assíncrona é pedida → job fica queued → processing → complete/error; pedido duplicado pode reutilizar dedupe_key → frontend recebe 202/status/result.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Resultado assíncrono pertence a outra área/usuário ou não concluiu → acesso é negado/202; concluído entrega arquivo → isolamento vale também para downloads.</a:t>
            </a:r>
          </a:p>
        </p:txBody>
      </p:sp>
    </p:spTree>
  </p:cSld>
  <p:clrMapOvr>
    <a:masterClrMapping/>
  </p:clrMapOvr>
</p:sld>
</file>

<file path=ppt/slides/slide5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TELA-046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17–18 de 21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PDF inline recebe Range válido → retorna faixa 206; Range inválido recebe 416; arquivo completo recebe 200 → visualizador suporta streaming.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Arquivo assinado é anexado a artefato → upload é validado e versão fica associada; remoção limpa vínculo → assinatura manual pode substituir consumo do gerado.</a:t>
            </a:r>
          </a:p>
        </p:txBody>
      </p:sp>
    </p:spTree>
  </p:cSld>
  <p:clrMapOvr>
    <a:masterClrMapping/>
  </p:clrMapOvr>
</p:sld>
</file>

<file path=ppt/slides/slide5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TELA-046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19–20 de 21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555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Versão documental assinada é criada → conteúdo/hash/revogação tornam-se imutáveis; versão não pode ser excluída → cadeia de prova é preservada.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Conversão unoserver recebe URL inválida, serviço indisponível ou saída não-PDF → erro explícito; cache binário por SHA-256 pode reaproveitar conversões idênticas → não retorna bytes inválidos.</a:t>
            </a:r>
          </a:p>
        </p:txBody>
      </p:sp>
    </p:spTree>
  </p:cSld>
  <p:clrMapOvr>
    <a:masterClrMapping/>
  </p:clrMapOvr>
</p:sld>
</file>

<file path=ppt/slides/slide5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TELA-046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21–21 de 21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556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Arquivos atualmente geráveis e comprovados no repositório → Ofício (DOCX/PDF), Justificativa (DOCX/PDF), Termo (DOCX/PDF, individual/lote), Plano (DOCX/PDF), Ordem (DOCX/PDF), Relatório Técnico (DOCX/PDF), Diário de Bordo (XLSX/PDF), prestação consolidada (PDF) → não foi localizado gerador ODT.</a:t>
            </a:r>
          </a:p>
        </p:txBody>
      </p:sp>
    </p:spTree>
  </p:cSld>
  <p:clrMapOvr>
    <a:masterClrMapping/>
  </p:clrMapOvr>
</p:sld>
</file>

<file path=ppt/slides/slide5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TELA-046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557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401 JSON para sessão expirada em AJAX/API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5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TELA-047 · Ofício — justificativa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558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ficios-wizard-justificativ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Executar a etapa operacional de ofícios indicada pelo título, com feedback de validação e estado.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Ofícios pelo menu e siga para `/oficios/1/justificativa/`;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o processo alcançar esta etapa ou quando for necessário revisar o estado correspondente.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Consome cadastros e roteiros; origina termos, documentos e prestação.</a:t>
            </a:r>
          </a:p>
        </p:txBody>
      </p:sp>
    </p:spTree>
  </p:cSld>
  <p:clrMapOvr>
    <a:masterClrMapping/>
  </p:clrMapOvr>
</p:sld>
</file>

<file path=ppt/slides/slide5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Ofício — justificativa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559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ficios-wizard-justificativ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Navegação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mantém área, usuário, tema e caminhos do módulo.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Conteúdo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 região central apresenta dados e controles da finalidade atual.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Avisos, badges e etapas mostram o andamento do processo.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Os comandos disponíveis dependem do estado e da autorização.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TELA-047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Modelo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Modelos ativos da área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Copia um texto-base para a justificativa sem persistir o vínculo ao modelo.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Justificativa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longo   ·   Preenchimento: Manual ou sugerido   ·   Obrigatório: Conforme antecedência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Torna-se obrigatória quando a antecedência do ofício fica abaixo do prazo institucional.</a:t>
            </a:r>
          </a:p>
        </p:txBody>
      </p:sp>
    </p:spTree>
  </p:cSld>
  <p:clrMapOvr>
    <a:masterClrMapping/>
  </p:clrMapOvr>
</p:sld>
</file>

<file path=ppt/slides/slide5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TELA-047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561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Gerenciar modelos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 à lista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5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TELA-047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562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Avançar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Normaliza o texto e só permite continuar quando a justificativa exigida está completa.</a:t>
            </a:r>
          </a:p>
        </p:txBody>
      </p:sp>
    </p:spTree>
  </p:cSld>
  <p:clrMapOvr>
    <a:masterClrMapping/>
  </p:clrMapOvr>
</p:sld>
</file>

<file path=ppt/slides/slide5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TELA-047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7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563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Ofício tenta gerar/finalizar documento → validação agrega pendências de dados, motorista/protocolo, transporte, roteiro e justificativa → usuário é redirecionado à etapa de correção.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Prazo institucional existe → usa ConfiguracaoSistema.prazo_justificativa_dias; ausência cai em 10 dias → regra tem fallback.</a:t>
            </a:r>
          </a:p>
        </p:txBody>
      </p:sp>
    </p:spTree>
  </p:cSld>
  <p:clrMapOvr>
    <a:masterClrMapping/>
  </p:clrMapOvr>
</p:sld>
</file>

<file path=ppt/slides/slide5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TELA-047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7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564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Ofício tem primeira saída → antecedência é diferença entre a data da saída e oficio.data_criacao; abaixo do prazo torna justificativa obrigatória → snapshot guarda dias, prazo e primeira saída.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Justificativa obrigatória está ausente/incompleta → validação do ofício impede geração/finalização → operador volta à etapa de justificativa.</a:t>
            </a:r>
          </a:p>
        </p:txBody>
      </p:sp>
    </p:spTree>
  </p:cSld>
  <p:clrMapOvr>
    <a:masterClrMapping/>
  </p:clrMapOvr>
</p:sld>
</file>

<file path=ppt/slides/slide5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TELA-047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5–6 de 7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565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Justificativa é salva como rascunho/continuar → texto é normalizado e status muda para RASCUNHO/FINALIZADA conforme ação/completude → uma justificativa por ofício.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RN-081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Modelo reutilizável é padrão → somente outro padrão da mesma área é desmarcado; nomes podem repetir entre áreas, não dentro da mesma → isolamento de textos institucionais.</a:t>
            </a:r>
          </a:p>
        </p:txBody>
      </p:sp>
    </p:spTree>
  </p:cSld>
  <p:clrMapOvr>
    <a:masterClrMapping/>
  </p:clrMapOvr>
</p:sld>
</file>

<file path=ppt/slides/slide5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TELA-047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7–7 de 7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566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Justificativa não é exigida → etapa pode seguir sem texto finalizado; quando exigida, texto passa a obrigatório → fluxo alternativo explícito.</a:t>
            </a:r>
          </a:p>
        </p:txBody>
      </p:sp>
    </p:spTree>
  </p:cSld>
  <p:clrMapOvr>
    <a:masterClrMapping/>
  </p:clrMapOvr>
</p:sld>
</file>

<file path=ppt/slides/slide5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TELA-047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567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401 JSON para sessão expirada em AJAX/API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9560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5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TELA-048 · Ofício — 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568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ficios-wizard-document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817" y="1261872"/>
            <a:ext cx="4919045" cy="501091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Executar a etapa operacional de ofícios indicada pelo título, com feedback de validação e estado.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Ofícios pelo menu e siga para `/oficios/1/resumo/`;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o processo alcançar esta etapa ou quando for necessário revisar o estado correspondente.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Consome cadastros e roteiros; origina termos, documentos e prestação.</a:t>
            </a:r>
          </a:p>
        </p:txBody>
      </p:sp>
    </p:spTree>
  </p:cSld>
  <p:clrMapOvr>
    <a:masterClrMapping/>
  </p:clrMapOvr>
</p:sld>
</file>

<file path=ppt/slides/slide5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Ofício — 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ficios-wizard-document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391" y="1234440"/>
            <a:ext cx="4990856" cy="50840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Navegação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mantém área, usuário, tema e caminhos do módulo.</a:t>
            </a:r>
          </a:p>
        </p:txBody>
      </p:sp>
      <p:sp>
        <p:nvSpPr>
          <p:cNvPr id="15" name="Oval 14"/>
          <p:cNvSpPr/>
          <p:nvPr/>
        </p:nvSpPr>
        <p:spPr>
          <a:xfrm>
            <a:off x="1977491" y="149083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77491" y="150455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379827" y="1692005"/>
            <a:ext cx="5922925" cy="118507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Conteúdo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 região central apresenta dados e controles da finalidade atual.</a:t>
            </a:r>
          </a:p>
        </p:txBody>
      </p:sp>
      <p:sp>
        <p:nvSpPr>
          <p:cNvPr id="23" name="Oval 22"/>
          <p:cNvSpPr/>
          <p:nvPr/>
        </p:nvSpPr>
        <p:spPr>
          <a:xfrm>
            <a:off x="3275114" y="296521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75114" y="297893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677450" y="3035808"/>
            <a:ext cx="4625302" cy="13057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Avisos, badges e etapas mostram o andamento do processo.</a:t>
            </a:r>
          </a:p>
        </p:txBody>
      </p:sp>
      <p:sp>
        <p:nvSpPr>
          <p:cNvPr id="31" name="Oval 30"/>
          <p:cNvSpPr/>
          <p:nvPr/>
        </p:nvSpPr>
        <p:spPr>
          <a:xfrm>
            <a:off x="4822279" y="4287072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22279" y="4300788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224615" y="4261104"/>
            <a:ext cx="3078137" cy="22713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Os comandos disponíveis dependem do estado e da autorização.</a:t>
            </a:r>
          </a:p>
        </p:txBody>
      </p:sp>
      <p:sp>
        <p:nvSpPr>
          <p:cNvPr id="39" name="Oval 38"/>
          <p:cNvSpPr/>
          <p:nvPr/>
        </p:nvSpPr>
        <p:spPr>
          <a:xfrm>
            <a:off x="5870359" y="540556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70359" y="541928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6272695" y="5486400"/>
            <a:ext cx="2030057" cy="120335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570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Resumo do ofício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Equipe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5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571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Transporte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Conferência   ·   Preenchimento: Dados salvos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Mostra a fonte efetiva de viatura e motorista e eventuais pendências.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Roteiro e diárias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5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572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Justificativa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Conferência   ·   Preenchimento: Dados salvos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Apresenta período, cálculo e justificativa aplicável.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Documentos e conferência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Conferência e ações   ·   Preenchimento: Artefatos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Lista versões geradas/assinadas e formatos disponíveis.</a:t>
            </a:r>
          </a:p>
        </p:txBody>
      </p:sp>
    </p:spTree>
  </p:cSld>
  <p:clrMapOvr>
    <a:masterClrMapping/>
  </p:clrMapOvr>
</p:sld>
</file>

<file path=ppt/slides/slide5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573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Situação dos documentos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Conferência e ações   ·   Preenchimento: Artefatos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Lista versões geradas/assinadas e formatos disponíveis.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 à lista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5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574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Salvar rascunho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validação deste estado e persiste somente os dados próprios da etapa quando a pessoa tem permissão.</a:t>
            </a:r>
          </a:p>
        </p:txBody>
      </p:sp>
    </p:spTree>
  </p:cSld>
  <p:clrMapOvr>
    <a:masterClrMapping/>
  </p:clrMapOvr>
</p:sld>
</file>

<file path=ppt/slides/slide5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11–12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Finalizar Ofício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prévia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5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13–14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576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Fechar prévia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Visualizar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5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15–16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577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Baixar 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Produz ou entrega o artefato indicado somente após as validações e condições funcionais aplicáveis.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Baixar DOCX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Produz ou entrega o artefato indicado somente após as validações e condições funcionais aplicáveis.</a:t>
            </a:r>
          </a:p>
        </p:txBody>
      </p:sp>
    </p:spTree>
  </p:cSld>
  <p:clrMapOvr>
    <a:masterClrMapping/>
  </p:clrMapOvr>
</p:sld>
</file>

<file path=ppt/slides/slide5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17–18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578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Anexar ou gerenciar assinado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todos os termos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5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TELA-048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16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579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Ofício é criado → status padrão RASCUNHO, data local automática e número/ano reservados → rascunho já ocupa numeração.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Etapa de dados é salva como rascunho ou continuar → modelo de motivo pode preencher texto e serviço avalia completude → status automático RASCUNHO/GERADO conforme ação e campos.</a:t>
            </a:r>
          </a:p>
        </p:txBody>
      </p:sp>
    </p:spTree>
  </p:cSld>
  <p:clrMapOvr>
    <a:masterClrMapping/>
  </p:clrMapOvr>
</p:sld>
</file>

<file path=ppt/slides/slide5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TELA-048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16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580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Custeio é OUTRA_INSTITUIÇÃO → observação/nome da instituição torna-se obrigatório; demais tipos não exigem → documento não sai sem identificar custeador externo.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Transporte usa viatura cadastrada ou manual → dados efetivos vêm da FK ou campos manuais; modo manual exige dados correspondentes → documento usa fonte selecionada.</a:t>
            </a:r>
          </a:p>
        </p:txBody>
      </p:sp>
    </p:spTree>
  </p:cSld>
  <p:clrMapOvr>
    <a:masterClrMapping/>
  </p:clrMapOvr>
</p:sld>
</file>

<file path=ppt/slides/slide5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TELA-048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5–6 de 16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581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Motorista é servidor ou manual → campos efetivos mudam conforme modo; CPF manual é normalizado/validado → identificação do motorista acompanha a escolha.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Motorista é “carona”/externo e exige protocolo → pendência específica é produzida quando protocolo está ausente/inválido → geração documental é bloqueada até correção.</a:t>
            </a:r>
          </a:p>
        </p:txBody>
      </p:sp>
    </p:spTree>
  </p:cSld>
  <p:clrMapOvr>
    <a:masterClrMapping/>
  </p:clrMapOvr>
</p:sld>
</file>

<file path=ppt/slides/slide5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TELA-048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7–8 de 16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582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Evento já tem roteiro padrão → serviço pode vinculá-lo sem cópia; edição própria materializa/revincula rascunho → ofício alterna entre reutilização e roteiro próprio preservando origem.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Ofício tenta gerar/finalizar documento → validação agrega pendências de dados, motorista/protocolo, transporte, roteiro e justificativa → usuário é redirecionado à etapa de correção.</a:t>
            </a:r>
          </a:p>
        </p:txBody>
      </p:sp>
    </p:spTree>
  </p:cSld>
  <p:clrMapOvr>
    <a:masterClrMapping/>
  </p:clrMapOvr>
</p:sld>
</file>

<file path=ppt/slides/slide5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TELA-048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9–10 de 16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583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Documento do ofício é solicitado em DOCX/PDF → payload canônico é montado e resposta passa pelo núcleo; PDF tenta cadeia de motores/cache → download ou erro tratado.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Ofício é cancelado → flag/motivo/data de cancelamento são gravados; cancelamento não exclui nem libera número → histórico permanece.</a:t>
            </a:r>
          </a:p>
        </p:txBody>
      </p:sp>
    </p:spTree>
  </p:cSld>
  <p:clrMapOvr>
    <a:masterClrMapping/>
  </p:clrMapOvr>
</p:sld>
</file>

<file path=ppt/slides/slide5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TELA-048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11–12 de 16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584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Ofício é retificado/desfeito → marcadores de retificação mudam sem trocar identidade/número → fluxo alternativo é reversível.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Ofício é marcado complementar/desfeito → flag complementar alterna → apresentação/documento distingue complemento sem criar nova regra de numeração.</a:t>
            </a:r>
          </a:p>
        </p:txBody>
      </p:sp>
    </p:spTree>
  </p:cSld>
  <p:clrMapOvr>
    <a:masterClrMapping/>
  </p:clrMapOvr>
</p:sld>
</file>

<file path=ppt/slides/slide5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TELA-048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13–14 de 16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585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Ofício tem primeira saída → antecedência é diferença entre a data da saída e oficio.data_criacao; abaixo do prazo torna justificativa obrigatória → snapshot guarda dias, prazo e primeira saída.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Justificativa obrigatória está ausente/incompleta → validação do ofício impede geração/finalização → operador volta à etapa de justificativa.</a:t>
            </a:r>
          </a:p>
        </p:txBody>
      </p:sp>
    </p:spTree>
  </p:cSld>
  <p:clrMapOvr>
    <a:masterClrMapping/>
  </p:clrMapOvr>
</p:sld>
</file>

<file path=ppt/slides/slide5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TELA-048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15–16 de 16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586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Justificativa é salva como rascunho/continuar → texto é normalizado e status muda para RASCUNHO/FINALIZADA conforme ação/completude → uma justificativa por ofício.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RN-082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Justificativa não é exigida → etapa pode seguir sem texto finalizado; quando exigida, texto passa a obrigatório → fluxo alternativo explícito.</a:t>
            </a:r>
          </a:p>
        </p:txBody>
      </p:sp>
    </p:spTree>
  </p:cSld>
  <p:clrMapOvr>
    <a:masterClrMapping/>
  </p:clrMapOvr>
</p:sld>
</file>

<file path=ppt/slides/slide5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TELA-048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587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5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TELA-049 · Ofício — roteiro e diárias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588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ficios-wizard-rotei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484" y="1261872"/>
            <a:ext cx="3081710" cy="501091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Executar a etapa operacional de ofícios indicada pelo título, com feedback de validação e estado.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Ofícios pelo menu e siga para `/oficios/1/roteiro/`;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o processo alcançar esta etapa ou quando for necessário revisar o estado correspondente.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Consome cadastros e roteiros; origina termos, documentos e prestação.</a:t>
            </a:r>
          </a:p>
        </p:txBody>
      </p:sp>
    </p:spTree>
  </p:cSld>
  <p:clrMapOvr>
    <a:masterClrMapping/>
  </p:clrMapOvr>
</p:sld>
</file>

<file path=ppt/slides/slide5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Ofício — roteiro e diárias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589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ficios-wizard-rotei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470" y="1234440"/>
            <a:ext cx="3126699" cy="50840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Navegação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mantém área, usuário, tema e caminhos do módulo.</a:t>
            </a:r>
          </a:p>
        </p:txBody>
      </p:sp>
      <p:sp>
        <p:nvSpPr>
          <p:cNvPr id="15" name="Oval 14"/>
          <p:cNvSpPr/>
          <p:nvPr/>
        </p:nvSpPr>
        <p:spPr>
          <a:xfrm>
            <a:off x="2760437" y="149083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60437" y="150455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62773" y="1692005"/>
            <a:ext cx="5139979" cy="118507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Conteúdo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 região central apresenta dados e controles da finalidade atual.</a:t>
            </a:r>
          </a:p>
        </p:txBody>
      </p:sp>
      <p:sp>
        <p:nvSpPr>
          <p:cNvPr id="23" name="Oval 22"/>
          <p:cNvSpPr/>
          <p:nvPr/>
        </p:nvSpPr>
        <p:spPr>
          <a:xfrm>
            <a:off x="3573379" y="296521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73379" y="297893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975715" y="3035808"/>
            <a:ext cx="4327037" cy="13057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Avisos, badges e etapas mostram o andamento do processo.</a:t>
            </a:r>
          </a:p>
        </p:txBody>
      </p:sp>
      <p:sp>
        <p:nvSpPr>
          <p:cNvPr id="31" name="Oval 30"/>
          <p:cNvSpPr/>
          <p:nvPr/>
        </p:nvSpPr>
        <p:spPr>
          <a:xfrm>
            <a:off x="4542656" y="4287072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42656" y="4300788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4944992" y="4261104"/>
            <a:ext cx="3357760" cy="22713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Os comandos disponíveis dependem do estado e da autorização.</a:t>
            </a:r>
          </a:p>
        </p:txBody>
      </p:sp>
      <p:sp>
        <p:nvSpPr>
          <p:cNvPr id="39" name="Oval 38"/>
          <p:cNvSpPr/>
          <p:nvPr/>
        </p:nvSpPr>
        <p:spPr>
          <a:xfrm>
            <a:off x="5199263" y="540556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99263" y="541928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5601599" y="5486400"/>
            <a:ext cx="2701153" cy="120335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23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590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Origem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Usar evento existente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5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23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591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Criar roteiro próprio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Estado sede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5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23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592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Cidade sede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Destinos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5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23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593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Data de saída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Hora de saída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5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23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594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Data de chegada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Hora de chegada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5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11–12 de 23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595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Retorno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Com bate-volta diário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5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13–14 de 23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596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Diárias calculadas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Selecionar evento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5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15–16 de 23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597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Adicionar destino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validação deste estado e persiste somente os dados próprios da etapa quando a pessoa tem permissão.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Remover destino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</p:spTree>
  </p:cSld>
  <p:clrMapOvr>
    <a:masterClrMapping/>
  </p:clrMapOvr>
</p:sld>
</file>

<file path=ppt/slides/slide5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17–18 de 23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598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Reordenar destinos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Muda somente a apresentação ou os critérios da tela; não modifica o cadastro persistido.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Calcular rota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5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19–20 de 23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599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Aplicar data aos trechos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Ativar ou desativar bate-volta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6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21–22 de 23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 à lista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6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23–23 de 23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Avançar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Valida a existência e consistência do roteiro antes da justificativa.</a:t>
            </a:r>
          </a:p>
        </p:txBody>
      </p:sp>
    </p:spTree>
  </p:cSld>
  <p:clrMapOvr>
    <a:masterClrMapping/>
  </p:clrMapOvr>
</p:sld>
</file>

<file path=ppt/slides/slide6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TELA-049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20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Roteiro é criado → status documental começa RASCUNHO e pode chegar a FINALIZADO; origem pode ser EVENTO ou AVULSO → roteiro existe independentemente de documento.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Cálculo de rota evolui → estados são pendente, calculada, manual, erro e desatualizada; fonte é OpenRouteService, manual ou cache → status da rota é separado do status do roteiro.</a:t>
            </a:r>
          </a:p>
        </p:txBody>
      </p:sp>
    </p:spTree>
  </p:cSld>
  <p:clrMapOvr>
    <a:masterClrMapping/>
  </p:clrMapOvr>
</p:sld>
</file>

<file path=ppt/slides/slide6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TELA-049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20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Trechos são persistidos → tipo é IDA ou RETORNO; ordem é única por roteiro/tipo e período deve ser ordenado → sequência documental determinística.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Trechos mudam → datas agregadas do roteiro são recalculadas a partir da coleção → período principal acompanha a rota salva.</a:t>
            </a:r>
          </a:p>
        </p:txBody>
      </p:sp>
    </p:spTree>
  </p:cSld>
  <p:clrMapOvr>
    <a:masterClrMapping/>
  </p:clrMapOvr>
</p:sld>
</file>

<file path=ppt/slides/slide6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TELA-049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5–6 de 20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Destino é classificado → Brasília/DF recebe BRASILIA; capital conhecida recebe CAPITAL; vazio ou demais recebe INTERIOR → faixa tarifária determinada.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Base geográfica possui capitais → ela prevalece; UFs ausentes usam mapa de segurança → banco recém-criado não transforma capitais em interior.</a:t>
            </a:r>
          </a:p>
        </p:txBody>
      </p:sp>
    </p:spTree>
  </p:cSld>
  <p:clrMapOvr>
    <a:masterClrMapping/>
  </p:clrMapOvr>
</p:sld>
</file>

<file path=ppt/slides/slide6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TELA-049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7–8 de 20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Roteiro contém várias paradas → BRASÍLIA prevalece; senão qualquer capital eleva o tipo agregado a CAPITAL; caso contrário INTERIOR → resumo usa maior faixa encontrada.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Cálculo começa → data da saída mais antiga escolhe uma única vigência para todo o roteiro → travessia de mudança de tabela não mistura valores.</a:t>
            </a:r>
          </a:p>
        </p:txBody>
      </p:sp>
    </p:spTree>
  </p:cSld>
  <p:clrMapOvr>
    <a:masterClrMapping/>
  </p:clrMapOvr>
</p:sld>
</file>

<file path=ppt/slides/slide6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TELA-049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9–10 de 20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Não existe vigência para data/faixa → valores históricos internos são usados como último recurso → calculadora continua disponível, mas resultado sinaliza linha de tabela ausente.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Período tem duração ≤ 0 → erro; parada instantânea entre destinos é ignorada sem invalidar o roteiro → apenas permanências positivas faturam.</a:t>
            </a:r>
          </a:p>
        </p:txBody>
      </p:sp>
    </p:spTree>
  </p:cSld>
  <p:clrMapOvr>
    <a:masterClrMapping/>
  </p:clrMapOvr>
</p:sld>
</file>

<file path=ppt/slides/slide6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TELA-049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11–12 de 20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Sobra após dias inteiros é até 6h / &gt;6–8h / &gt;8–12h / &gt;12h → complemento é 0% / 15% / 30% / 100% → escada depende da duração, não da virada do calendário.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Marcadores de destino são processados → primeiro período começa na saída da sede; seguintes começam na chegada ao destino; terminam na chegada ao próximo/à sede → tempo entre destinos é tarifado pelo local de permanência anterior.</a:t>
            </a:r>
          </a:p>
        </p:txBody>
      </p:sp>
    </p:spTree>
  </p:cSld>
  <p:clrMapOvr>
    <a:masterClrMapping/>
  </p:clrMapOvr>
</p:sld>
</file>

<file path=ppt/slides/slide6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TELA-049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13–14 de 20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Parada intermediária coincide com a sede → período é ignorado; retorno final à sede prolonga trecho anterior e não abre faixa própria → volta para casa não é tarifada como estadia na sede.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Períodos consecutivos encostados têm a mesma faixa → fundem-se em um trecho tarifário → sobra/complemento é contado uma vez por trecho, não por cidade.</a:t>
            </a:r>
          </a:p>
        </p:txBody>
      </p:sp>
    </p:spTree>
  </p:cSld>
  <p:clrMapOvr>
    <a:masterClrMapping/>
  </p:clrMapOvr>
</p:sld>
</file>

<file path=ppt/slides/slide6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TELA-049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15–16 de 20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Valor do trecho é calculado → dias inteiros × 24h + no máximo um complemento, multiplicado pela quantidade de servidores → total monetário e composição estruturada são produzidos.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Resultado é persistido no roteiro → quantidade, valor numérico, texto por extenso e componentes de diária são sincronizados → documento e auditoria usam snapshot estruturado.</a:t>
            </a:r>
          </a:p>
        </p:txBody>
      </p:sp>
    </p:spTree>
  </p:cSld>
  <p:clrMapOvr>
    <a:masterClrMapping/>
  </p:clrMapOvr>
</p:sld>
</file>

<file path=ppt/slides/slide6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TELA-049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17–18 de 20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Roteiro tenta calcular sem datas/horas suficientes → ValueError("Preencha datas e horas para calcular.") → operador deve completar período.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Dados de rota externa não estão disponíveis ou rota é manual → estado/fonte manual preserva métricas informadas; falha externa vira status ERRO/desatualizada, sem apagar roteiro → fluxo alternativo existe.</a:t>
            </a:r>
          </a:p>
        </p:txBody>
      </p:sp>
    </p:spTree>
  </p:cSld>
  <p:clrMapOvr>
    <a:masterClrMapping/>
  </p:clrMapOvr>
</p:sld>
</file>

<file path=ppt/slides/slide6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TELA-049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19–20 de 20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Evento já tem roteiro padrão → serviço pode vinculá-lo sem cópia; edição própria materializa/revincula rascunho → ofício alterna entre reutilização e roteiro próprio preservando origem.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Ofício tenta gerar/finalizar documento → validação agrega pendências de dados, motorista/protocolo, transporte, roteiro e justificativa → usuário é redirecionado à etapa de correção.</a:t>
            </a:r>
          </a:p>
        </p:txBody>
      </p:sp>
    </p:spTree>
  </p:cSld>
  <p:clrMapOvr>
    <a:masterClrMapping/>
  </p:clrMapOvr>
</p:sld>
</file>

<file path=ppt/slides/slide6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TELA-049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401 JSON para sessão expirada em AJAX/API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9560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6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TELA-050 · Ofício — transporte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613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ficios-wizard-transpor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Executar a etapa operacional de ofícios indicada pelo título, com feedback de validação e estado.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Ofícios pelo menu e siga para `/oficios/1/transporte/`;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o processo alcançar esta etapa ou quando for necessário revisar o estado correspondente.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Consome cadastros e roteiros; origina termos, documentos e prestação.</a:t>
            </a:r>
          </a:p>
        </p:txBody>
      </p:sp>
    </p:spTree>
  </p:cSld>
  <p:clrMapOvr>
    <a:masterClrMapping/>
  </p:clrMapOvr>
</p:sld>
</file>

<file path=ppt/slides/slide6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Ofício — transporte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ficios-wizard-transpor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Navegação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mantém área, usuário, tema e caminhos do módulo.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Conteúdo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 região central apresenta dados e controles da finalidade atual.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Avisos, badges e etapas mostram o andamento do processo.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Os comandos disponíveis dependem do estado e da autorização.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TELA-050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Buscar viatura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Busca   ·   Preenchimento: Cadastro ou manual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Selecionar cadastro preenche dados; placa não localizada mantém o modo manual.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Modelo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  ·   Preenchimento: Cadastro ou manual   ·   Obrigatório: Condicional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pelo cadastro ou informado quando a viatura é manual.</a:t>
            </a:r>
          </a:p>
        </p:txBody>
      </p:sp>
    </p:spTree>
  </p:cSld>
  <p:clrMapOvr>
    <a:masterClrMapping/>
  </p:clrMapOvr>
</p:sld>
</file>

<file path=ppt/slides/slide6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TELA-050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Combustível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Catálogo da área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Persiste o combustível efetivo do transporte manual.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Tipo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Caracterizada/descaracterizada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Persiste o tipo efetivo do transporte manual.</a:t>
            </a:r>
          </a:p>
        </p:txBody>
      </p:sp>
    </p:spTree>
  </p:cSld>
  <p:clrMapOvr>
    <a:masterClrMapping/>
  </p:clrMapOvr>
</p:sld>
</file>

<file path=ppt/slides/slide6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TELA-050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Porte/transporte de armas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Sim/Não   ·   Preenchimento: Opções predefinidas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Integra o contexto documental do deslocamento.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Motorista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Alternância   ·   Preenchimento: Servidor ou não cadastrado   ·   Obrigatório: Condicional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Controla quais dados de motorista ficam ativos e limpa a alternativa incompatível.</a:t>
            </a:r>
          </a:p>
        </p:txBody>
      </p:sp>
    </p:spTree>
  </p:cSld>
  <p:clrMapOvr>
    <a:masterClrMapping/>
  </p:clrMapOvr>
</p:sld>
</file>

<file path=ppt/slides/slide6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TELA-050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Motorista não cadastrado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É o único policial civil no veículo?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6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TELA-050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Nova viatura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Usar motorista manual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6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TELA-050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11–12 de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 à lista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6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TELA-050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13–13 de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Avançar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Valida transporte e motorista antes de seguir.</a:t>
            </a:r>
          </a:p>
        </p:txBody>
      </p:sp>
    </p:spTree>
  </p:cSld>
  <p:clrMapOvr>
    <a:masterClrMapping/>
  </p:clrMapOvr>
</p:sld>
</file>

<file path=ppt/slides/slide6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TELA-050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4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Transporte usa viatura cadastrada ou manual → dados efetivos vêm da FK ou campos manuais; modo manual exige dados correspondentes → documento usa fonte selecionada.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Motorista é servidor ou manual → campos efetivos mudam conforme modo; CPF manual é normalizado/validado → identificação do motorista acompanha a escolha.</a:t>
            </a:r>
          </a:p>
        </p:txBody>
      </p:sp>
    </p:spTree>
  </p:cSld>
  <p:clrMapOvr>
    <a:masterClrMapping/>
  </p:clrMapOvr>
</p:sld>
</file>

<file path=ppt/slides/slide6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TELA-050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4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Motorista é “carona”/externo e exige protocolo → pendência específica é produzida quando protocolo está ausente/inválido → geração documental é bloqueada até correção.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Ofício tenta gerar/finalizar documento → validação agrega pendências de dados, motorista/protocolo, transporte, roteiro e justificativa → usuário é redirecionado à etapa de correção.</a:t>
            </a:r>
          </a:p>
        </p:txBody>
      </p:sp>
    </p:spTree>
  </p:cSld>
  <p:clrMapOvr>
    <a:masterClrMapping/>
  </p:clrMapOvr>
</p:sld>
</file>

<file path=ppt/slides/slide6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TELA-050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401 JSON para sessão expirada em AJAX/API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9560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6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Exemplo prático · criar uma solicitação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Dados inteiramente fictícios · sequência completa da entrada ao resultado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261872"/>
            <a:ext cx="566928" cy="566928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298448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298448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52A3A"/>
                </a:solidFill>
                <a:latin typeface="Aptos"/>
              </a:rPr>
              <a:t>Use o protocolo fictício 221000002026.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231136"/>
            <a:ext cx="566928" cy="566928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267712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267712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52A3A"/>
                </a:solidFill>
                <a:latin typeface="Aptos"/>
              </a:rPr>
              <a:t>Inclua a servidora sintética Mariana Lopes Ferreira.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00400"/>
            <a:ext cx="566928" cy="566928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36976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236976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52A3A"/>
                </a:solidFill>
                <a:latin typeface="Aptos"/>
              </a:rPr>
              <a:t>Selecione custeio e transporte.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169664"/>
            <a:ext cx="566928" cy="566928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206240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206240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52A3A"/>
                </a:solidFill>
                <a:latin typeface="Aptos"/>
              </a:rPr>
              <a:t>Revise roteiro e justificativa.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5138928"/>
            <a:ext cx="566928" cy="566928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5175504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71A33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5175504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52A3A"/>
                </a:solidFill>
                <a:latin typeface="Aptos"/>
              </a:rPr>
              <a:t>Gere documentos somente após concluir as etapas.</a:t>
            </a:r>
          </a:p>
        </p:txBody>
      </p:sp>
    </p:spTree>
  </p:cSld>
  <p:clrMapOvr>
    <a:masterClrMapping/>
  </p:clrMapOvr>
</p:sld>
</file>

<file path=ppt/slides/slide6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Exemplo prático · criar uma solicitação · resultado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resultado esperado é conferido na própria interface antes da próxima ação.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626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7644384" cy="5129783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ficios-wizard-document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9620" y="1234440"/>
            <a:ext cx="4981879" cy="50749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613648" y="1508760"/>
            <a:ext cx="2788920" cy="33375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0" y="17830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RESULTADO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240280"/>
            <a:ext cx="22860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52A3A"/>
                </a:solidFill>
                <a:latin typeface="Aptos"/>
              </a:rPr>
              <a:t>Registro salvo na área ativa, estado atualizado e dados disponíveis para as páginas e documentos seguintes. Se houver pendência, a interface mantém a etapa incompleta e indica a correção necessária.</a:t>
            </a:r>
          </a:p>
        </p:txBody>
      </p:sp>
    </p:spTree>
  </p:cSld>
  <p:clrMapOvr>
    <a:masterClrMapping/>
  </p:clrMapOvr>
</p:sld>
</file>

<file path=ppt/slides/slide6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731520"/>
            <a:ext cx="960120" cy="960120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768096"/>
            <a:ext cx="960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071A33"/>
                </a:solidFill>
                <a:latin typeface="Apto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Justificativas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27248"/>
            <a:ext cx="9875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C5D7E5"/>
                </a:solidFill>
                <a:latin typeface="Aptos"/>
              </a:rPr>
              <a:t>Registrar textos formais e reutilizáveis para explicar situações da viagem.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5138928"/>
            <a:ext cx="2834640" cy="109728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JUSTIFICATIVAS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627</a:t>
            </a:r>
          </a:p>
        </p:txBody>
      </p:sp>
    </p:spTree>
  </p:cSld>
  <p:clrMapOvr>
    <a:masterClrMapping/>
  </p:clrMapOvr>
</p:sld>
</file>

<file path=ppt/slides/slide6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Justificativas · visão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Objetivo, entradas, saídas e relações antes das páginas detalhadas.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VISÃO DOS MÓDULOS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57800" cy="123444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OBJETIVO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773936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Registrar textos formais e reutilizáveis para explicar situações da viagem.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298448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453895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FUNÇÕES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773936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Cadastro, edição, modelos e associação ao ofício.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2825496"/>
            <a:ext cx="5257800" cy="123444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2980944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ENTRADAS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300984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Motivo, texto e vínculos do processo.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2825496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980944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SAÍDAS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300984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Justificativa persistida e disponível para documentos.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4443984"/>
            <a:ext cx="5349240" cy="123444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4599432"/>
            <a:ext cx="4892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RELAÇÕES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919472"/>
            <a:ext cx="4892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É utilizada por ofícios, eventos e geração documental.</a:t>
            </a:r>
          </a:p>
        </p:txBody>
      </p:sp>
    </p:spTree>
  </p:cSld>
  <p:clrMapOvr>
    <a:masterClrMapping/>
  </p:clrMapOvr>
</p:sld>
</file>

<file path=ppt/slides/slide6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TELA-051 · Editar modelo de justificativa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JUSTIFICATIVAS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629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justificativas-edit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Revisar e atualizar dados existentes, preservando vínculos e regras de autorização.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Justificativas pelo menu e siga para `/justificativas/modelos/`;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para corrigir ou complementar um registro já existente, dentro das permissões da área.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É utilizada por ofícios, eventos e geração documental.</a:t>
            </a:r>
          </a:p>
        </p:txBody>
      </p:sp>
    </p:spTree>
  </p:cSld>
  <p:clrMapOvr>
    <a:masterClrMapping/>
  </p:clrMapOvr>
</p:sld>
</file>

<file path=ppt/slides/slide6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Editar modelo de justificativa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JUSTIFICATIVAS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630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justificativas-edit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Etapa e 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identifica registro, sequência e pendências.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Campos principais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Preencha os dados visíveis e observe obrigatoriedades.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Dependências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Escolhas podem revelar, bloquear ou preencher outros campos.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Continuidade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Salvar ou avançar valida os dados e conduz ao próximo estado.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TELA-051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JUSTIFICATIVAS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Buscar modelos de justificativa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Restringe os resultados desta tela e não altera os registros persistidos.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Novo modelo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6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TELA-051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JUSTIFICATIVAS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Editar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Definir como padrão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6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TELA-051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JUSTIFICATIVAS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Excluir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 à justificativa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6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TELA-051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1–1 de 1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JUSTIFICATIVAS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Modelo reutilizável é padrão → somente outro padrão da mesma área é desmarcado; nomes podem repetir entre áreas, não dentro da mesma → isolamento de textos institucionais.</a:t>
            </a:r>
          </a:p>
        </p:txBody>
      </p:sp>
    </p:spTree>
  </p:cSld>
  <p:clrMapOvr>
    <a:masterClrMapping/>
  </p:clrMapOvr>
</p:sld>
</file>

<file path=ppt/slides/slide6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TELA-051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JUSTIFICATIVAS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6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TELA-052 · Lista de justificativas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JUSTIFICATIVAS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636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justificativas-lis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Localizar, filtrar e abrir registros do módulo, respeitando a área ativa e o papel do usuário.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Justificativas pelo menu e siga para `/justificativas/`;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para localizar registros, comparar estados e iniciar consulta, edição ou criação.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É utilizada por ofícios, eventos e geração documental.</a:t>
            </a:r>
          </a:p>
        </p:txBody>
      </p:sp>
    </p:spTree>
  </p:cSld>
  <p:clrMapOvr>
    <a:masterClrMapping/>
  </p:clrMapOvr>
</p:sld>
</file>

<file path=ppt/slides/slide6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Lista de justificativas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JUSTIFICATIVAS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637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justificativas-lis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Confirme módulo, área ativa e perfil antes de agir.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Filtros e ordenação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Use os controles para reduzir e organizar os resultados.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Registros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Cada card ou linha resume dados, situação e vínculos.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Abra, edite, crie ou baixe conforme estado e permissão.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JUSTIFICATIVAS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Buscar justificativas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Restringe os resultados desta tela e não altera os registros persistidos.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Cadastrar justificativa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6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JUSTIFICATIVAS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639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Limpar busca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Muda somente a apresentação ou os critérios da tela; não modifica o cadastro persistido.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Editar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6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JUSTIFICATIVAS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Baixar 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Produz ou entrega o artefato indicado somente após as validações e condições funcionais aplicáveis.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Baixar DOCX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Produz ou entrega o artefato indicado somente após as validações e condições funcionais aplicáveis.</a:t>
            </a:r>
          </a:p>
        </p:txBody>
      </p:sp>
    </p:spTree>
  </p:cSld>
  <p:clrMapOvr>
    <a:masterClrMapping/>
  </p:clrMapOvr>
</p:sld>
</file>

<file path=ppt/slides/slide6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7–7 de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JUSTIFICATIVAS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Excluir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</p:spTree>
  </p:cSld>
  <p:clrMapOvr>
    <a:masterClrMapping/>
  </p:clrMapOvr>
</p:sld>
</file>

<file path=ppt/slides/slide6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TELA-052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5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JUSTIFICATIVAS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Prazo institucional existe → usa ConfiguracaoSistema.prazo_justificativa_dias; ausência cai em 10 dias → regra tem fallback.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Ofício tem primeira saída → antecedência é diferença entre a data da saída e oficio.data_criacao; abaixo do prazo torna justificativa obrigatória → snapshot guarda dias, prazo e primeira saída.</a:t>
            </a:r>
          </a:p>
        </p:txBody>
      </p:sp>
    </p:spTree>
  </p:cSld>
  <p:clrMapOvr>
    <a:masterClrMapping/>
  </p:clrMapOvr>
</p:sld>
</file>

<file path=ppt/slides/slide6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TELA-052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5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JUSTIFICATIVAS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Justificativa obrigatória está ausente/incompleta → validação do ofício impede geração/finalização → operador volta à etapa de justificativa.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Justificativa é salva como rascunho/continuar → texto é normalizado e status muda para RASCUNHO/FINALIZADA conforme ação/completude → uma justificativa por ofício.</a:t>
            </a:r>
          </a:p>
        </p:txBody>
      </p:sp>
    </p:spTree>
  </p:cSld>
  <p:clrMapOvr>
    <a:masterClrMapping/>
  </p:clrMapOvr>
</p:sld>
</file>

<file path=ppt/slides/slide6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TELA-052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5–5 de 5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JUSTIFICATIVAS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Justificativa não é exigida → etapa pode seguir sem texto finalizado; quando exigida, texto passa a obrigatório → fluxo alternativo explícito.</a:t>
            </a:r>
          </a:p>
        </p:txBody>
      </p:sp>
    </p:spTree>
  </p:cSld>
  <p:clrMapOvr>
    <a:masterClrMapping/>
  </p:clrMapOvr>
</p:sld>
</file>

<file path=ppt/slides/slide6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TELA-052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JUSTIFICATIVAS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6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TELA-053 · Lista de modelos de justificativa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JUSTIFICATIVAS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646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justificativas-edit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Localizar, filtrar e abrir registros do módulo, respeitando a área ativa e o papel do usuário.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Justificativas pelo menu e siga para `/justificativas/modelos/`;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para localizar registros, comparar estados e iniciar consulta, edição ou criação.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É utilizada por ofícios, eventos e geração documental.</a:t>
            </a:r>
          </a:p>
        </p:txBody>
      </p:sp>
    </p:spTree>
  </p:cSld>
  <p:clrMapOvr>
    <a:masterClrMapping/>
  </p:clrMapOvr>
</p:sld>
</file>

<file path=ppt/slides/slide6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Lista de modelos de justificativa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JUSTIFICATIVAS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647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justificativas-edit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Confirme módulo, área ativa e perfil antes de agir.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Filtros e ordenação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Use os controles para reduzir e organizar os resultados.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Registros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Cada card ou linha resume dados, situação e vínculos.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Abra, edite, crie ou baixe conforme estado e permissão.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JUSTIFICATIVAS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Buscar modelos de justificativa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Restringe os resultados desta tela e não altera os registros persistidos.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  ·   Preenchimento: Manual   ·   Obrigatório: Sim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Identifica o modelo reutilizável dentro da área.</a:t>
            </a:r>
          </a:p>
        </p:txBody>
      </p:sp>
    </p:spTree>
  </p:cSld>
  <p:clrMapOvr>
    <a:masterClrMapping/>
  </p:clrMapOvr>
</p:sld>
</file>

<file path=ppt/slides/slide6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JUSTIFICATIVAS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649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Texto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longo   ·   Preenchimento: Manual   ·   Obrigatório: Sim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normalizado e copiado para o documento de trabalho quando selecionado.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Modelo padrão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Sim/Não   ·   Preenchimento: Opções predefinidas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Ao marcar, substitui somente o padrão da mesma área.</a:t>
            </a:r>
          </a:p>
        </p:txBody>
      </p:sp>
    </p:spTree>
  </p:cSld>
  <p:clrMapOvr>
    <a:masterClrMapping/>
  </p:clrMapOvr>
</p:sld>
</file>

<file path=ppt/slides/slide6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JUSTIFICATIVAS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Novo modelo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Salvar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Valida e persiste o modelo institucional.</a:t>
            </a:r>
          </a:p>
        </p:txBody>
      </p:sp>
    </p:spTree>
  </p:cSld>
  <p:clrMapOvr>
    <a:masterClrMapping/>
  </p:clrMapOvr>
</p:sld>
</file>

<file path=ppt/slides/slide6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JUSTIFICATIVAS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651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Cancelar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Limpar busca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Muda somente a apresentação ou os critérios da tela; não modifica o cadastro persistido.</a:t>
            </a:r>
          </a:p>
        </p:txBody>
      </p:sp>
    </p:spTree>
  </p:cSld>
  <p:clrMapOvr>
    <a:masterClrMapping/>
  </p:clrMapOvr>
</p:sld>
</file>

<file path=ppt/slides/slide6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JUSTIFICATIVAS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Editar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Definir como padrão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6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11–11 de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JUSTIFICATIVAS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653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Excluir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</p:spTree>
  </p:cSld>
  <p:clrMapOvr>
    <a:masterClrMapping/>
  </p:clrMapOvr>
</p:sld>
</file>

<file path=ppt/slides/slide6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TELA-053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1–1 de 1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JUSTIFICATIVAS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Modelo reutilizável é padrão → somente outro padrão da mesma área é desmarcado; nomes podem repetir entre áreas, não dentro da mesma → isolamento de textos institucionais.</a:t>
            </a:r>
          </a:p>
        </p:txBody>
      </p:sp>
    </p:spTree>
  </p:cSld>
  <p:clrMapOvr>
    <a:masterClrMapping/>
  </p:clrMapOvr>
</p:sld>
</file>

<file path=ppt/slides/slide6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TELA-053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JUSTIFICATIVAS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655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6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TELA-054 · Novo modelo de justificativa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JUSTIFICATIVAS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656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justificativas-edit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Cadastrar um novo registro com validações de formato, obrigatoriedade e coerência de domínio.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Justificativas pelo menu e siga para `/justificativas/modelos/`;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ainda não existe um registro para o processo que será iniciado.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É utilizada por ofícios, eventos e geração documental.</a:t>
            </a:r>
          </a:p>
        </p:txBody>
      </p:sp>
    </p:spTree>
  </p:cSld>
  <p:clrMapOvr>
    <a:masterClrMapping/>
  </p:clrMapOvr>
</p:sld>
</file>

<file path=ppt/slides/slide6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Novo modelo de justificativa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JUSTIFICATIVAS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657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justificativas-edit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Etapa e 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identifica registro, sequência e pendências.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Campos principais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Preencha os dados visíveis e observe obrigatoriedades.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Dependências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Escolhas podem revelar, bloquear ou preencher outros campos.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Continuidade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Salvar ou avançar valida os dados e conduz ao próximo estado.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JUSTIFICATIVAS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658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Buscar modelos de justificativa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Restringe os resultados desta tela e não altera os registros persistidos.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Novo modelo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6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JUSTIFICATIVAS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659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Editar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Definir como padrão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6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JUSTIFICATIVAS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Excluir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 à justificativa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6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TELA-054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1–1 de 1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JUSTIFICATIVAS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661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Modelo reutilizável é padrão → somente outro padrão da mesma área é desmarcado; nomes podem repetir entre áreas, não dentro da mesma → isolamento de textos institucionais.</a:t>
            </a:r>
          </a:p>
        </p:txBody>
      </p:sp>
    </p:spTree>
  </p:cSld>
  <p:clrMapOvr>
    <a:masterClrMapping/>
  </p:clrMapOvr>
</p:sld>
</file>

<file path=ppt/slides/slide6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TELA-054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JUSTIFICATIVAS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662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6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731520"/>
            <a:ext cx="960120" cy="960120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768096"/>
            <a:ext cx="960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071A33"/>
                </a:solidFill>
                <a:latin typeface="Apto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Termos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27248"/>
            <a:ext cx="9875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C5D7E5"/>
                </a:solidFill>
                <a:latin typeface="Aptos"/>
              </a:rPr>
              <a:t>Gerar e acompanhar termos de autorização vinculados à viagem.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5138928"/>
            <a:ext cx="2834640" cy="109728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663</a:t>
            </a:r>
          </a:p>
        </p:txBody>
      </p:sp>
    </p:spTree>
  </p:cSld>
  <p:clrMapOvr>
    <a:masterClrMapping/>
  </p:clrMapOvr>
</p:sld>
</file>

<file path=ppt/slides/slide6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Termos · visão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Objetivo, entradas, saídas e relações antes das páginas detalhadas.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VISÃO DOS MÓDULOS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664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57800" cy="123444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OBJETIVO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773936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Gerar e acompanhar termos de autorização vinculados à viagem.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298448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453895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FUNÇÕES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773936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Cadastro, edição, listagem, preview e documentos.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2825496"/>
            <a:ext cx="5257800" cy="123444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2980944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ENTRADAS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300984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Ofício, servidor, período, destino e condições de autorização.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2825496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980944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SAÍDAS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300984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Termo formal em formato documental.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4443984"/>
            <a:ext cx="5349240" cy="123444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4599432"/>
            <a:ext cx="4892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RELAÇÕES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919472"/>
            <a:ext cx="4892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Deriva dados do ofício, do roteiro e dos cadastros.</a:t>
            </a:r>
          </a:p>
        </p:txBody>
      </p:sp>
    </p:spTree>
  </p:cSld>
  <p:clrMapOvr>
    <a:masterClrMapping/>
  </p:clrMapOvr>
</p:sld>
</file>

<file path=ppt/slides/slide6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TELA-055 · Editar termo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665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ermo-edit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983" y="1261872"/>
            <a:ext cx="5148712" cy="501091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Revisar e atualizar dados existentes, preservando vínculos e regras de autorização.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Termos pelo menu e siga para `/termos/1/editar/`;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para corrigir ou complementar um registro já existente, dentro das permissões da área.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Deriva dados do ofício, do roteiro e dos cadastros.</a:t>
            </a:r>
          </a:p>
        </p:txBody>
      </p:sp>
    </p:spTree>
  </p:cSld>
  <p:clrMapOvr>
    <a:masterClrMapping/>
  </p:clrMapOvr>
</p:sld>
</file>

<file path=ppt/slides/slide6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Editar termo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666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ermo-edit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882" y="1234440"/>
            <a:ext cx="5223875" cy="50840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Etapa e 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identifica registro, sequência e pendências.</a:t>
            </a:r>
          </a:p>
        </p:txBody>
      </p:sp>
      <p:sp>
        <p:nvSpPr>
          <p:cNvPr id="15" name="Oval 14"/>
          <p:cNvSpPr/>
          <p:nvPr/>
        </p:nvSpPr>
        <p:spPr>
          <a:xfrm>
            <a:off x="1879624" y="149083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79624" y="150455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281960" y="1692005"/>
            <a:ext cx="6020792" cy="118507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Campos principais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Preencha os dados visíveis e observe obrigatoriedades.</a:t>
            </a:r>
          </a:p>
        </p:txBody>
      </p:sp>
      <p:sp>
        <p:nvSpPr>
          <p:cNvPr id="23" name="Oval 22"/>
          <p:cNvSpPr/>
          <p:nvPr/>
        </p:nvSpPr>
        <p:spPr>
          <a:xfrm>
            <a:off x="3237831" y="296521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37831" y="297893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640167" y="3035808"/>
            <a:ext cx="4662585" cy="13057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Dependências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Escolhas podem revelar, bloquear ou preencher outros campos.</a:t>
            </a:r>
          </a:p>
        </p:txBody>
      </p:sp>
      <p:sp>
        <p:nvSpPr>
          <p:cNvPr id="31" name="Oval 30"/>
          <p:cNvSpPr/>
          <p:nvPr/>
        </p:nvSpPr>
        <p:spPr>
          <a:xfrm>
            <a:off x="4857232" y="4287072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57232" y="4300788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259568" y="4261104"/>
            <a:ext cx="3043184" cy="22713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Continuidade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Salvar ou avançar valida os dados e conduz ao próximo estado.</a:t>
            </a:r>
          </a:p>
        </p:txBody>
      </p:sp>
      <p:sp>
        <p:nvSpPr>
          <p:cNvPr id="39" name="Oval 38"/>
          <p:cNvSpPr/>
          <p:nvPr/>
        </p:nvSpPr>
        <p:spPr>
          <a:xfrm>
            <a:off x="5954246" y="540556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54246" y="541928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6356582" y="5486400"/>
            <a:ext cx="1946170" cy="120335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667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Ofício vinculado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Ofícios da área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Fornece período, destino, equipe e viatura quando não há dados próprios.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Data de ida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6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668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Data de volta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dependente   ·   Preenchimento: Base geográfica   ·   Obrigatório: Condicional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Define destino próprio; cidade deve corresponder ao estado.</a:t>
            </a:r>
          </a:p>
        </p:txBody>
      </p:sp>
    </p:spTree>
  </p:cSld>
  <p:clrMapOvr>
    <a:masterClrMapping/>
  </p:clrMapOvr>
</p:sld>
</file>

<file path=ppt/slides/slide6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669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dependente   ·   Preenchimento: Base geográfica   ·   Obrigatório: Condicional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Define destino próprio; cidade deve corresponder ao estado.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Destinos extras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6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670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Servidores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múltipla   ·   Preenchimento: Servidores da área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Quando preenchidos prevalecem sobre a equipe herdada do ofício/evento.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Viatura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Viaturas da área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Prevalece sobre a viatura do ofício e escolhe a variante documental adequada.</a:t>
            </a:r>
          </a:p>
        </p:txBody>
      </p:sp>
    </p:spTree>
  </p:cSld>
  <p:clrMapOvr>
    <a:masterClrMapping/>
  </p:clrMapOvr>
</p:sld>
</file>

<file path=ppt/slides/slide6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671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Novo viajante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Nova viatura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6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11–12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672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Adicionar destino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validação deste estado e persiste somente os dados próprios da etapa quando a pessoa tem permissão.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Remover destino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</p:spTree>
  </p:cSld>
  <p:clrMapOvr>
    <a:masterClrMapping/>
  </p:clrMapOvr>
</p:sld>
</file>

<file path=ppt/slides/slide6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13–14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673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Reordenar destinos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Muda somente a apresentação ou os critérios da tela; não modifica o cadastro persistido.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6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15–16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674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Salvar termo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Valida período e vínculos antes de persistir.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Visualizar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6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17–18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Baixar 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Produz ou entrega o artefato indicado somente após as validações e condições funcionais aplicáveis.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Baixar DOCX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Produz ou entrega o artefato indicado somente após as validações e condições funcionais aplicáveis.</a:t>
            </a:r>
          </a:p>
        </p:txBody>
      </p:sp>
    </p:spTree>
  </p:cSld>
  <p:clrMapOvr>
    <a:masterClrMapping/>
  </p:clrMapOvr>
</p:sld>
</file>

<file path=ppt/slides/slide6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TELA-055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7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676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Termo é salvo sem área explícita → herda do evento, depois do ofício, depois da área corrente → persistência sempre territorial.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RN-084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Datas próprias existem → período usa início/fim; sem elas, cai no roteiro do ofício; fim ausente equivale ao início → exibição pode ser um dia ou intervalo.</a:t>
            </a:r>
          </a:p>
        </p:txBody>
      </p:sp>
    </p:spTree>
  </p:cSld>
  <p:clrMapOvr>
    <a:masterClrMapping/>
  </p:clrMapOvr>
</p:sld>
</file>

<file path=ppt/slides/slide6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TELA-055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7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677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Data final é anterior à inicial → constraint termo_periodo_ordenado rejeita → período assinado não fica invertido.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Destino próprio existe → usa cidade/UF + extras sem duplicar; sem cidade usa estado; sem ambos cai no primeiro destino do ofício → termo funciona como cadastro independente ou derivado.</a:t>
            </a:r>
          </a:p>
        </p:txBody>
      </p:sp>
    </p:spTree>
  </p:cSld>
  <p:clrMapOvr>
    <a:masterClrMapping/>
  </p:clrMapOvr>
</p:sld>
</file>

<file path=ppt/slides/slide6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TELA-055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5–6 de 7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678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Servidores próprios selecionados → eles prevalecem; senão usa servidores de termo do ofício; senão servidores dos ofícios do evento → lote encontra participantes efetivos com fallback.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Termo genérico do evento agrega servidores → IDs são deduplicados e cada servidor mantém ofício/viatura de origem quando possível → documentos individuais não perdem contexto.</a:t>
            </a:r>
          </a:p>
        </p:txBody>
      </p:sp>
    </p:spTree>
  </p:cSld>
  <p:clrMapOvr>
    <a:masterClrMapping/>
  </p:clrMapOvr>
</p:sld>
</file>

<file path=ppt/slides/slide6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TELA-055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7–7 de 7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679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Viatura própria existe → prevalece; senão usa a do ofício; inexistente gera variante sem viatura → modelo DOCX muda conforme transporte.</a:t>
            </a:r>
          </a:p>
        </p:txBody>
      </p:sp>
    </p:spTree>
  </p:cSld>
  <p:clrMapOvr>
    <a:masterClrMapping/>
  </p:clrMapOvr>
</p:sld>
</file>

<file path=ppt/slides/slide6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TELA-055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680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401 JSON para sessão expirada em AJAX/API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9560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6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TELA-056 · Novo termo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681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ermo-nov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780" y="1261872"/>
            <a:ext cx="5871118" cy="501091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Cadastrar um novo registro com validações de formato, obrigatoriedade e coerência de domínio.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Termos pelo menu e siga para `/termos/novo/`;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ainda não existe um registro para o processo que será iniciado.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Deriva dados do ofício, do roteiro e dos cadastros.</a:t>
            </a:r>
          </a:p>
        </p:txBody>
      </p:sp>
    </p:spTree>
  </p:cSld>
  <p:clrMapOvr>
    <a:masterClrMapping/>
  </p:clrMapOvr>
</p:sld>
</file>

<file path=ppt/slides/slide6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Novo termo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682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ermo-nov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405" y="1234440"/>
            <a:ext cx="5956828" cy="50840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Etapa e 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identifica registro, sequência e pendências.</a:t>
            </a:r>
          </a:p>
        </p:txBody>
      </p:sp>
      <p:sp>
        <p:nvSpPr>
          <p:cNvPr id="15" name="Oval 14"/>
          <p:cNvSpPr/>
          <p:nvPr/>
        </p:nvSpPr>
        <p:spPr>
          <a:xfrm>
            <a:off x="1571783" y="149083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71783" y="150455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74119" y="1692005"/>
            <a:ext cx="6328633" cy="118507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Campos principais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Preencha os dados visíveis e observe obrigatoriedades.</a:t>
            </a:r>
          </a:p>
        </p:txBody>
      </p:sp>
      <p:sp>
        <p:nvSpPr>
          <p:cNvPr id="23" name="Oval 22"/>
          <p:cNvSpPr/>
          <p:nvPr/>
        </p:nvSpPr>
        <p:spPr>
          <a:xfrm>
            <a:off x="3120558" y="296521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20558" y="297893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522894" y="3035808"/>
            <a:ext cx="4779858" cy="13057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Dependências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Escolhas podem revelar, bloquear ou preencher outros campos.</a:t>
            </a:r>
          </a:p>
        </p:txBody>
      </p:sp>
      <p:sp>
        <p:nvSpPr>
          <p:cNvPr id="31" name="Oval 30"/>
          <p:cNvSpPr/>
          <p:nvPr/>
        </p:nvSpPr>
        <p:spPr>
          <a:xfrm>
            <a:off x="4967175" y="4287072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67175" y="4300788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369511" y="4261104"/>
            <a:ext cx="2933241" cy="22713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Continuidade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Salvar ou avançar valida os dados e conduz ao próximo estado.</a:t>
            </a:r>
          </a:p>
        </p:txBody>
      </p:sp>
      <p:sp>
        <p:nvSpPr>
          <p:cNvPr id="39" name="Oval 38"/>
          <p:cNvSpPr/>
          <p:nvPr/>
        </p:nvSpPr>
        <p:spPr>
          <a:xfrm>
            <a:off x="6218109" y="540556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8109" y="541928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6620445" y="5486400"/>
            <a:ext cx="1682307" cy="120335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683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Ofício vinculado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Ofícios da área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Fornece período, destino, equipe e viatura quando não há dados próprios.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Data de ida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6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684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Data de volta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dependente   ·   Preenchimento: Base geográfica   ·   Obrigatório: Condicional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Define destino próprio; cidade deve corresponder ao estado.</a:t>
            </a:r>
          </a:p>
        </p:txBody>
      </p:sp>
    </p:spTree>
  </p:cSld>
  <p:clrMapOvr>
    <a:masterClrMapping/>
  </p:clrMapOvr>
</p:sld>
</file>

<file path=ppt/slides/slide6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685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dependente   ·   Preenchimento: Base geográfica   ·   Obrigatório: Condicional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Define destino próprio; cidade deve corresponder ao estado.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Destinos extras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6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686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Servidores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múltipla   ·   Preenchimento: Servidores da área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Quando preenchidos prevalecem sobre a equipe herdada do ofício/evento.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Viatura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Viaturas da área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Prevalece sobre a viatura do ofício e escolhe a variante documental adequada.</a:t>
            </a:r>
          </a:p>
        </p:txBody>
      </p:sp>
    </p:spTree>
  </p:cSld>
  <p:clrMapOvr>
    <a:masterClrMapping/>
  </p:clrMapOvr>
</p:sld>
</file>

<file path=ppt/slides/slide6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687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Novo viajante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Nova viatura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6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11–12 de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688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Adicionar destino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validação deste estado e persiste somente os dados próprios da etapa quando a pessoa tem permissão.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Remover destino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</p:spTree>
  </p:cSld>
  <p:clrMapOvr>
    <a:masterClrMapping/>
  </p:clrMapOvr>
</p:sld>
</file>

<file path=ppt/slides/slide6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13–14 de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689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Reordenar destinos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Muda somente a apresentação ou os critérios da tela; não modifica o cadastro persistido.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6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15–15 de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690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Salvar termo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Valida período e vínculos antes de persistir.</a:t>
            </a:r>
          </a:p>
        </p:txBody>
      </p:sp>
    </p:spTree>
  </p:cSld>
  <p:clrMapOvr>
    <a:masterClrMapping/>
  </p:clrMapOvr>
</p:sld>
</file>

<file path=ppt/slides/slide6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TELA-056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7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691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Termo é salvo sem área explícita → herda do evento, depois do ofício, depois da área corrente → persistência sempre territorial.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RN-084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Datas próprias existem → período usa início/fim; sem elas, cai no roteiro do ofício; fim ausente equivale ao início → exibição pode ser um dia ou intervalo.</a:t>
            </a:r>
          </a:p>
        </p:txBody>
      </p:sp>
    </p:spTree>
  </p:cSld>
  <p:clrMapOvr>
    <a:masterClrMapping/>
  </p:clrMapOvr>
</p:sld>
</file>

<file path=ppt/slides/slide6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TELA-056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7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692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Data final é anterior à inicial → constraint termo_periodo_ordenado rejeita → período assinado não fica invertido.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Destino próprio existe → usa cidade/UF + extras sem duplicar; sem cidade usa estado; sem ambos cai no primeiro destino do ofício → termo funciona como cadastro independente ou derivado.</a:t>
            </a:r>
          </a:p>
        </p:txBody>
      </p:sp>
    </p:spTree>
  </p:cSld>
  <p:clrMapOvr>
    <a:masterClrMapping/>
  </p:clrMapOvr>
</p:sld>
</file>

<file path=ppt/slides/slide6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TELA-056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5–6 de 7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693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Servidores próprios selecionados → eles prevalecem; senão usa servidores de termo do ofício; senão servidores dos ofícios do evento → lote encontra participantes efetivos com fallback.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Termo genérico do evento agrega servidores → IDs são deduplicados e cada servidor mantém ofício/viatura de origem quando possível → documentos individuais não perdem contexto.</a:t>
            </a:r>
          </a:p>
        </p:txBody>
      </p:sp>
    </p:spTree>
  </p:cSld>
  <p:clrMapOvr>
    <a:masterClrMapping/>
  </p:clrMapOvr>
</p:sld>
</file>

<file path=ppt/slides/slide6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TELA-056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7–7 de 7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694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Viatura própria existe → prevalece; senão usa a do ofício; inexistente gera variante sem viatura → modelo DOCX muda conforme transporte.</a:t>
            </a:r>
          </a:p>
        </p:txBody>
      </p:sp>
    </p:spTree>
  </p:cSld>
  <p:clrMapOvr>
    <a:masterClrMapping/>
  </p:clrMapOvr>
</p:sld>
</file>

<file path=ppt/slides/slide6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TELA-056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695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401 JSON para sessão expirada em AJAX/API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9560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6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TELA-057 · Lista de termos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696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ermos-lis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Localizar, filtrar e abrir registros do módulo, respeitando a área ativa e o papel do usuário.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Termos pelo menu e siga para `/termos/`;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para localizar registros, comparar estados e iniciar consulta, edição ou criação.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Deriva dados do ofício, do roteiro e dos cadastros.</a:t>
            </a:r>
          </a:p>
        </p:txBody>
      </p:sp>
    </p:spTree>
  </p:cSld>
  <p:clrMapOvr>
    <a:masterClrMapping/>
  </p:clrMapOvr>
</p:sld>
</file>

<file path=ppt/slides/slide6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Lista de termos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697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ermos-lis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Confirme módulo, área ativa e perfil antes de agir.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Filtros e ordenação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Use os controles para reduzir e organizar os resultados.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Registros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Cada card ou linha resume dados, situação e vínculos.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Abra, edite, crie ou baixe conforme estado e permissão.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TELA-057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698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Buscar termos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Restringe os resultados desta tela e não altera os registros persistidos.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Filtrar por situação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</p:spTree>
  </p:cSld>
  <p:clrMapOvr>
    <a:masterClrMapping/>
  </p:clrMapOvr>
</p:sld>
</file>

<file path=ppt/slides/slide6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TELA-057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699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Novo termo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Limpar filtros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Muda somente a apresentação ou os critérios da tela; não modifica o cadastro persistido.</a:t>
            </a:r>
          </a:p>
        </p:txBody>
      </p:sp>
    </p:spTree>
  </p:cSld>
  <p:clrMapOvr>
    <a:masterClrMapping/>
  </p:clrMapOvr>
</p:sld>
</file>

<file path=ppt/slides/slide7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TELA-057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Editar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Visualizar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7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TELA-057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Baixar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Produz ou entrega o artefato indicado somente após as validações e condições funcionais aplicáveis.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Anexar ou gerenciar assinado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7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TELA-057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9–9 de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Excluir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</p:spTree>
  </p:cSld>
  <p:clrMapOvr>
    <a:masterClrMapping/>
  </p:clrMapOvr>
</p:sld>
</file>

<file path=ppt/slides/slide7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TELA-057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Termo é salvo sem área explícita → herda do evento, depois do ofício, depois da área corrente → persistência sempre territorial.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RN-084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Datas próprias existem → período usa início/fim; sem elas, cai no roteiro do ofício; fim ausente equivale ao início → exibição pode ser um dia ou intervalo.</a:t>
            </a:r>
          </a:p>
        </p:txBody>
      </p:sp>
    </p:spTree>
  </p:cSld>
  <p:clrMapOvr>
    <a:masterClrMapping/>
  </p:clrMapOvr>
</p:sld>
</file>

<file path=ppt/slides/slide7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TELA-057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Destino próprio existe → usa cidade/UF + extras sem duplicar; sem cidade usa estado; sem ambos cai no primeiro destino do ofício → termo funciona como cadastro independente ou derivado.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Servidores próprios selecionados → eles prevalecem; senão usa servidores de termo do ofício; senão servidores dos ofícios do evento → lote encontra participantes efetivos com fallback.</a:t>
            </a:r>
          </a:p>
        </p:txBody>
      </p:sp>
    </p:spTree>
  </p:cSld>
  <p:clrMapOvr>
    <a:masterClrMapping/>
  </p:clrMapOvr>
</p:sld>
</file>

<file path=ppt/slides/slide7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TELA-057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5–6 de 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Termo genérico do evento agrega servidores → IDs são deduplicados e cada servidor mantém ofício/viatura de origem quando possível → documentos individuais não perdem contexto.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RN-089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Viatura própria existe → prevalece; senão usa a do ofício; inexistente gera variante sem viatura → modelo DOCX muda conforme transporte.</a:t>
            </a:r>
          </a:p>
        </p:txBody>
      </p:sp>
    </p:spTree>
  </p:cSld>
  <p:clrMapOvr>
    <a:masterClrMapping/>
  </p:clrMapOvr>
</p:sld>
</file>

<file path=ppt/slides/slide7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TELA-057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7–8 de 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Geração é individual/lote/genérica/selecionados → serviço escolhe servidores e produz um ou vários documentos; PDFs podem ser fundidos → download consolidado.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RN-091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Existe PDF assinado do termo → versão assinada prevalece; senão usa PDF gerado → consumo sempre prefere manifestação assinada.</a:t>
            </a:r>
          </a:p>
        </p:txBody>
      </p:sp>
    </p:spTree>
  </p:cSld>
  <p:clrMapOvr>
    <a:masterClrMapping/>
  </p:clrMapOvr>
</p:sld>
</file>

<file path=ppt/slides/slide7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TELA-057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7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TELA-058 · Preview de termos do ofício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708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ermos-preview-of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Executar a etapa operacional de termos indicada pelo título, com feedback de validação e estado.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Termos pelo menu e siga para `/termos/oficio/1/preview/`;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o processo alcançar esta etapa ou quando for necessário revisar o estado correspondente.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Deriva dados do ofício, do roteiro e dos cadastros.</a:t>
            </a:r>
          </a:p>
        </p:txBody>
      </p:sp>
    </p:spTree>
  </p:cSld>
  <p:clrMapOvr>
    <a:masterClrMapping/>
  </p:clrMapOvr>
</p:sld>
</file>

<file path=ppt/slides/slide7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Preview de termos do ofício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709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ermos-preview-of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Navegação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mantém área, usuário, tema e caminhos do módulo.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Conteúdo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 região central apresenta dados e controles da finalidade atual.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Avisos, badges e etapas mostram o andamento do processo.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Os comandos disponíveis dependem do estado e da autorização.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Documento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Origem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7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Formato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Saída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7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Visualizar termo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7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Selecionar documento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Original do sistema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Muda somente a apresentação ou os critérios da tela; não modifica o cadastro persistido.</a:t>
            </a:r>
          </a:p>
        </p:txBody>
      </p:sp>
    </p:spTree>
  </p:cSld>
  <p:clrMapOvr>
    <a:masterClrMapping/>
  </p:clrMapOvr>
</p:sld>
</file>

<file path=ppt/slides/slide7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Documento assinado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7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11–12 de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DOCX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Separados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7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13–14 de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Um arquivo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Baixar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Produz ou entrega o artefato indicado somente após as validações e condições funcionais aplicáveis.</a:t>
            </a:r>
          </a:p>
        </p:txBody>
      </p:sp>
    </p:spTree>
  </p:cSld>
  <p:clrMapOvr>
    <a:masterClrMapping/>
  </p:clrMapOvr>
</p:sld>
</file>

<file path=ppt/slides/slide7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15–15 de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Fechar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7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TELA-058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22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Datas próprias existem → período usa início/fim; sem elas, cai no roteiro do ofício; fim ausente equivale ao início → exibição pode ser um dia ou intervalo.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Destino próprio existe → usa cidade/UF + extras sem duplicar; sem cidade usa estado; sem ambos cai no primeiro destino do ofício → termo funciona como cadastro independente ou derivado.</a:t>
            </a:r>
          </a:p>
        </p:txBody>
      </p:sp>
    </p:spTree>
  </p:cSld>
  <p:clrMapOvr>
    <a:masterClrMapping/>
  </p:clrMapOvr>
</p:sld>
</file>

<file path=ppt/slides/slide7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TELA-058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22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Servidores próprios selecionados → eles prevalecem; senão usa servidores de termo do ofício; senão servidores dos ofícios do evento → lote encontra participantes efetivos com fallback.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Termo genérico do evento agrega servidores → IDs são deduplicados e cada servidor mantém ofício/viatura de origem quando possível → documentos individuais não perdem contexto.</a:t>
            </a:r>
          </a:p>
        </p:txBody>
      </p:sp>
    </p:spTree>
  </p:cSld>
  <p:clrMapOvr>
    <a:masterClrMapping/>
  </p:clrMapOvr>
</p:sld>
</file>

<file path=ppt/slides/slide7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TELA-058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5–6 de 22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Viatura própria existe → prevalece; senão usa a do ofício; inexistente gera variante sem viatura → modelo DOCX muda conforme transporte.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Geração é individual/lote/genérica/selecionados → serviço escolhe servidores e produz um ou vários documentos; PDFs podem ser fundidos → download consolidado.</a:t>
            </a:r>
          </a:p>
        </p:txBody>
      </p:sp>
    </p:spTree>
  </p:cSld>
  <p:clrMapOvr>
    <a:masterClrMapping/>
  </p:clrMapOvr>
</p:sld>
</file>

<file path=ppt/slides/slide7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TELA-058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7–8 de 22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Existe PDF assinado do termo → versão assinada prevalece; senão usa PDF gerado → consumo sempre prefere manifestação assinada.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Tipo documental é solicitado → registro/template precisa existir e formato ser compatível; duplicidade de registro falha → geração não aceita tipo arbitrário.</a:t>
            </a:r>
          </a:p>
        </p:txBody>
      </p:sp>
    </p:spTree>
  </p:cSld>
  <p:clrMapOvr>
    <a:masterClrMapping/>
  </p:clrMapOvr>
</p:sld>
</file>

<file path=ppt/slides/slide7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TELA-058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9–10 de 22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Caminho de template é resolvido → deve permanecer dentro de documentos/resources → traversal/caminho externo é rejeitado.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Payload não contém placeholder obrigatório ou saída mantém placeholder → geração levanta erro explícito → marcadores não vazam para documento final.</a:t>
            </a:r>
          </a:p>
        </p:txBody>
      </p:sp>
    </p:spTree>
  </p:cSld>
  <p:clrMapOvr>
    <a:masterClrMapping/>
  </p:clrMapOvr>
</p:sld>
</file>

<file path=ppt/slides/slide7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TELA-058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11–12 de 22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DOCX é solicitado → docxtpl preenche template e retorna bytes; pacote/template ausente falha explicitamente → nenhum pacote é instalado durante request.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PDF em auto é solicitado → cadeia varia por SO e disponibilidade: Word/LibreOffice/unoserver/WeasyPrint/simple conforme preferência/configuração → melhor motor disponível é tentado.</a:t>
            </a:r>
          </a:p>
        </p:txBody>
      </p:sp>
    </p:spTree>
  </p:cSld>
  <p:clrMapOvr>
    <a:masterClrMapping/>
  </p:clrMapOvr>
</p:sld>
</file>

<file path=ppt/slides/slide7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TELA-058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13–14 de 22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Motor explícito falha e fallback automático está ligado → motores seguintes são tentados; sem motor, erro inclui orientação → falha não some em silêncio.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PDF simples não está permitido → simple não entra na cadeia; quando permitido, produz layout mínimo → fidelidade reduzida é fallback deliberado.</a:t>
            </a:r>
          </a:p>
        </p:txBody>
      </p:sp>
    </p:spTree>
  </p:cSld>
  <p:clrMapOvr>
    <a:masterClrMapping/>
  </p:clrMapOvr>
</p:sld>
</file>

<file path=ppt/slides/slide7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TELA-058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15–16 de 22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Conteúdo+template+formato+versão equivalentes geram chave idêntica → artefato válido pode ser reutilizado; mudança no payload/template invalida → cache é determinístico.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Geração assíncrona é pedida → job fica queued → processing → complete/error; pedido duplicado pode reutilizar dedupe_key → frontend recebe 202/status/result.</a:t>
            </a:r>
          </a:p>
        </p:txBody>
      </p:sp>
    </p:spTree>
  </p:cSld>
  <p:clrMapOvr>
    <a:masterClrMapping/>
  </p:clrMapOvr>
</p:sld>
</file>

<file path=ppt/slides/slide7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TELA-058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17–18 de 22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Resultado assíncrono pertence a outra área/usuário ou não concluiu → acesso é negado/202; concluído entrega arquivo → isolamento vale também para downloads.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PDF inline recebe Range válido → retorna faixa 206; Range inválido recebe 416; arquivo completo recebe 200 → visualizador suporta streaming.</a:t>
            </a:r>
          </a:p>
        </p:txBody>
      </p:sp>
    </p:spTree>
  </p:cSld>
  <p:clrMapOvr>
    <a:masterClrMapping/>
  </p:clrMapOvr>
</p:sld>
</file>

<file path=ppt/slides/slide7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TELA-058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19–20 de 22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Arquivo assinado é anexado a artefato → upload é validado e versão fica associada; remoção limpa vínculo → assinatura manual pode substituir consumo do gerado.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Versão documental assinada é criada → conteúdo/hash/revogação tornam-se imutáveis; versão não pode ser excluída → cadeia de prova é preservada.</a:t>
            </a:r>
          </a:p>
        </p:txBody>
      </p:sp>
    </p:spTree>
  </p:cSld>
  <p:clrMapOvr>
    <a:masterClrMapping/>
  </p:clrMapOvr>
</p:sld>
</file>

<file path=ppt/slides/slide7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TELA-058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21–22 de 22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Conversão unoserver recebe URL inválida, serviço indisponível ou saída não-PDF → erro explícito; cache binário por SHA-256 pode reaproveitar conversões idênticas → não retorna bytes inválidos.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Arquivos atualmente geráveis e comprovados no repositório → Ofício (DOCX/PDF), Justificativa (DOCX/PDF), Termo (DOCX/PDF, individual/lote), Plano (DOCX/PDF), Ordem (DOCX/PDF), Relatório Técnico (DOCX/PDF), Diário de Bordo (XLSX/PDF), prestação consolidada (PDF) → não foi localizado gerador ODT.</a:t>
            </a:r>
          </a:p>
        </p:txBody>
      </p:sp>
    </p:spTree>
  </p:cSld>
  <p:clrMapOvr>
    <a:masterClrMapping/>
  </p:clrMapOvr>
</p:sld>
</file>

<file path=ppt/slides/slide7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TELA-058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TERMOS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401 JSON para sessão expirada em AJAX/API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7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731520"/>
            <a:ext cx="960120" cy="960120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768096"/>
            <a:ext cx="960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071A33"/>
                </a:solidFill>
                <a:latin typeface="Apto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Planos de trabalho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27248"/>
            <a:ext cx="9875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C5D7E5"/>
                </a:solidFill>
                <a:latin typeface="Aptos"/>
              </a:rPr>
              <a:t>Planejar identificação, efetivo, diárias, atividades, horários e documentos de uma operação.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5138928"/>
            <a:ext cx="2834640" cy="109728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730</a:t>
            </a:r>
          </a:p>
        </p:txBody>
      </p:sp>
    </p:spTree>
  </p:cSld>
  <p:clrMapOvr>
    <a:masterClrMapping/>
  </p:clrMapOvr>
</p:sld>
</file>

<file path=ppt/slides/slide7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Planos de trabalho · visão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Objetivo, entradas, saídas e relações antes das páginas detalhadas.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VISÃO DOS MÓDULOS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57800" cy="123444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OBJETIVO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773936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Planejar identificação, efetivo, diárias, atividades, horários e documentos de uma operação.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298448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453895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FUNÇÕES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773936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Wizard em etapas, catálogos auxiliares, programas e presets.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2825496"/>
            <a:ext cx="5257800" cy="123444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2980944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ENTRADAS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300984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Evento, período, destinos, equipe, atividades e documentos.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2825496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980944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SAÍDAS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300984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Plano de trabalho consolidado e artefatos associados.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4443984"/>
            <a:ext cx="5349240" cy="123444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4599432"/>
            <a:ext cx="4892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RELAÇÕES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919472"/>
            <a:ext cx="4892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Reutiliza evento, servidores e roteiro; apoia ordem de serviço.</a:t>
            </a:r>
          </a:p>
        </p:txBody>
      </p:sp>
    </p:spTree>
  </p:cSld>
  <p:clrMapOvr>
    <a:masterClrMapping/>
  </p:clrMapOvr>
</p:sld>
</file>

<file path=ppt/slides/slide7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TELA-059 · Plano — atividades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732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lanos-atividad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Executar a etapa operacional de planos de trabalho indicada pelo título, com feedback de validação e estado.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Planos de trabalho pelo menu e siga para `/planos-trabalho/1/atividades/`;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o processo alcançar esta etapa ou quando for necessário revisar o estado correspondente.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Reutiliza evento, servidores e roteiro; apoia ordem de serviço.</a:t>
            </a:r>
          </a:p>
        </p:txBody>
      </p:sp>
    </p:spTree>
  </p:cSld>
  <p:clrMapOvr>
    <a:masterClrMapping/>
  </p:clrMapOvr>
</p:sld>
</file>

<file path=ppt/slides/slide7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Plano — atividades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733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lanos-atividad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Navegação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mantém área, usuário, tema e caminhos do módulo.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Conteúdo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 região central apresenta dados e controles da finalidade atual.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Avisos, badges e etapas mostram o andamento do processo.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Os comandos disponíveis dependem do estado e da autorização.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Filtrar atividades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Cartões de seleção múltipla   ·   Preenchimento: Catálogo da área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 seleção é serializada e persiste metas, atividades e recursos na ordem do catálogo.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Preset de atividades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Cartões de seleção múltipla   ·   Preenchimento: Catálogo da área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 seleção é serializada e persiste metas, atividades e recursos na ordem do catálogo.</a:t>
            </a:r>
          </a:p>
        </p:txBody>
      </p:sp>
    </p:spTree>
  </p:cSld>
  <p:clrMapOvr>
    <a:masterClrMapping/>
  </p:clrMapOvr>
</p:sld>
</file>

<file path=ppt/slides/slide7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Atividades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Cartões de seleção múltipla   ·   Preenchimento: Catálogo da área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 seleção é serializada e persiste metas, atividades e recursos na ordem do catálogo.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Metas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7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Recursos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Selecionar todas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7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Gerenciar atividades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Gerenciar presets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7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Selecionar todas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Manual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Atuam sobre os cartões visíveis e não salvam até a confirmação da etapa.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Limpar seleção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Muda somente a apresentação ou os critérios da tela; não modifica o cadastro persistido.</a:t>
            </a:r>
          </a:p>
        </p:txBody>
      </p:sp>
    </p:spTree>
  </p:cSld>
  <p:clrMapOvr>
    <a:masterClrMapping/>
  </p:clrMapOvr>
</p:sld>
</file>

<file path=ppt/slides/slide7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11–12 de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739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Salvar e avançar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Persiste as atividades e conduz aos documentos.</a:t>
            </a:r>
          </a:p>
        </p:txBody>
      </p:sp>
    </p:spTree>
  </p:cSld>
  <p:clrMapOvr>
    <a:masterClrMapping/>
  </p:clrMapOvr>
</p:sld>
</file>

<file path=ppt/slides/slide7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TELA-059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4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Plano tem atividades selecionadas → metas, atividades, recursos e unidade móvel são montados na ordem do catálogo; presets exigem pelo menos uma atividade → texto documental derivado.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Plano multievento possui eventos → cada evento tem período/destino/efetivo próprios; diárias são calculadas por evento e combinadas → documento multievento recebe blocos separados e total.</a:t>
            </a:r>
          </a:p>
        </p:txBody>
      </p:sp>
    </p:spTree>
  </p:cSld>
  <p:clrMapOvr>
    <a:masterClrMapping/>
  </p:clrMapOvr>
</p:sld>
</file>

<file path=ppt/slides/slide7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TELA-059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4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Scratchpad contém dados e usuário adiciona/sincroniza → vira EventoPlano; editar carrega evento no scratchpad; remover exclui o evento e seus efetivos → editor multievento tem ciclo explícito.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Geração é solicitada → três avaliadores cobrem identificação, efetivo/diárias e atividades; pendências bloqueiam → só documento completo é emitido.</a:t>
            </a:r>
          </a:p>
        </p:txBody>
      </p:sp>
    </p:spTree>
  </p:cSld>
  <p:clrMapOvr>
    <a:masterClrMapping/>
  </p:clrMapOvr>
</p:sld>
</file>

<file path=ppt/slides/slide7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TELA-059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401 JSON para sessão expirada em AJAX/API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9560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7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TELA-060 · Catálogo de atividades do plano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743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lanos-atividades-cata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Executar a etapa operacional de planos de trabalho indicada pelo título, com feedback de validação e estado.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Planos de trabalho pelo menu e siga para `/planos-trabalho/atividades/`;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o processo alcançar esta etapa ou quando for necessário revisar o estado correspondente.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Reutiliza evento, servidores e roteiro; apoia ordem de serviço.</a:t>
            </a:r>
          </a:p>
        </p:txBody>
      </p:sp>
    </p:spTree>
  </p:cSld>
  <p:clrMapOvr>
    <a:masterClrMapping/>
  </p:clrMapOvr>
</p:sld>
</file>

<file path=ppt/slides/slide7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Catálogo de atividades do plano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744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lanos-atividades-cata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Navegação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mantém área, usuário, tema e caminhos do módulo.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Conteúdo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 região central apresenta dados e controles da finalidade atual.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Avisos, badges e etapas mostram o andamento do processo.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Os comandos disponíveis dependem do estado e da autorização.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TELA-060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Buscar atividades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Restringe os resultados desta tela e não altera os registros persistidos.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Atividade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</p:spTree>
  </p:cSld>
  <p:clrMapOvr>
    <a:masterClrMapping/>
  </p:clrMapOvr>
</p:sld>
</file>

<file path=ppt/slides/slide7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TELA-060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Recursos necessários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Metas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</p:spTree>
  </p:cSld>
  <p:clrMapOvr>
    <a:masterClrMapping/>
  </p:clrMapOvr>
</p:sld>
</file>

<file path=ppt/slides/slide7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TELA-060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Nova atividade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Salvar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validação deste estado e persiste somente os dados próprios da etapa quando a pessoa tem permissão.</a:t>
            </a:r>
          </a:p>
        </p:txBody>
      </p:sp>
    </p:spTree>
  </p:cSld>
  <p:clrMapOvr>
    <a:masterClrMapping/>
  </p:clrMapOvr>
</p:sld>
</file>

<file path=ppt/slides/slide7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TELA-060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Cancelar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Limpar busca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Muda somente a apresentação ou os critérios da tela; não modifica o cadastro persistido.</a:t>
            </a:r>
          </a:p>
        </p:txBody>
      </p:sp>
    </p:spTree>
  </p:cSld>
  <p:clrMapOvr>
    <a:masterClrMapping/>
  </p:clrMapOvr>
</p:sld>
</file>

<file path=ppt/slides/slide7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TELA-060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749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Editar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Excluir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</p:spTree>
  </p:cSld>
  <p:clrMapOvr>
    <a:masterClrMapping/>
  </p:clrMapOvr>
</p:sld>
</file>

<file path=ppt/slides/slide7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TELA-060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1–1 de 1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Plano tem atividades selecionadas → metas, atividades, recursos e unidade móvel são montados na ordem do catálogo; presets exigem pelo menos uma atividade → texto documental derivado.</a:t>
            </a:r>
          </a:p>
        </p:txBody>
      </p:sp>
    </p:spTree>
  </p:cSld>
  <p:clrMapOvr>
    <a:masterClrMapping/>
  </p:clrMapOvr>
</p:sld>
</file>

<file path=ppt/slides/slide7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TELA-060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751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7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TELA-061 · Plano — documentos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752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lanos-document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242" y="1261872"/>
            <a:ext cx="6052195" cy="501091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Gerar, anexar, consultar ou acompanhar documentos derivados do processo de viagem.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Planos de trabalho pelo menu e siga para `/planos-trabalho/1/documentos/`;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o processo alcançar esta etapa ou quando for necessário revisar o estado correspondente.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Reutiliza evento, servidores e roteiro; apoia ordem de serviço.</a:t>
            </a:r>
          </a:p>
        </p:txBody>
      </p:sp>
    </p:spTree>
  </p:cSld>
  <p:clrMapOvr>
    <a:masterClrMapping/>
  </p:clrMapOvr>
</p:sld>
</file>

<file path=ppt/slides/slide7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Plano — documentos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753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lanos-document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545" y="1234440"/>
            <a:ext cx="6140548" cy="50840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Navegação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mantém área, usuário, tema e caminhos do módulo.</a:t>
            </a:r>
          </a:p>
        </p:txBody>
      </p:sp>
      <p:sp>
        <p:nvSpPr>
          <p:cNvPr id="15" name="Oval 14"/>
          <p:cNvSpPr/>
          <p:nvPr/>
        </p:nvSpPr>
        <p:spPr>
          <a:xfrm>
            <a:off x="1494620" y="149083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94620" y="150455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896956" y="1692005"/>
            <a:ext cx="6405796" cy="118507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Conteúdo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 região central apresenta dados e controles da finalidade atual.</a:t>
            </a:r>
          </a:p>
        </p:txBody>
      </p:sp>
      <p:sp>
        <p:nvSpPr>
          <p:cNvPr id="23" name="Oval 22"/>
          <p:cNvSpPr/>
          <p:nvPr/>
        </p:nvSpPr>
        <p:spPr>
          <a:xfrm>
            <a:off x="3091163" y="296521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91163" y="297893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493499" y="3035808"/>
            <a:ext cx="4809253" cy="13057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Avisos, badges e etapas mostram o andamento do processo.</a:t>
            </a:r>
          </a:p>
        </p:txBody>
      </p:sp>
      <p:sp>
        <p:nvSpPr>
          <p:cNvPr id="31" name="Oval 30"/>
          <p:cNvSpPr/>
          <p:nvPr/>
        </p:nvSpPr>
        <p:spPr>
          <a:xfrm>
            <a:off x="4994733" y="4287072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94733" y="4300788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397069" y="4261104"/>
            <a:ext cx="2905683" cy="22713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Os comandos disponíveis dependem do estado e da autorização.</a:t>
            </a:r>
          </a:p>
        </p:txBody>
      </p:sp>
      <p:sp>
        <p:nvSpPr>
          <p:cNvPr id="39" name="Oval 38"/>
          <p:cNvSpPr/>
          <p:nvPr/>
        </p:nvSpPr>
        <p:spPr>
          <a:xfrm>
            <a:off x="6284248" y="540556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84248" y="541928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6686584" y="5486400"/>
            <a:ext cx="1616168" cy="120335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TELA-061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Eventos do plano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Plano de trabalho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7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TELA-061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755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Situação do documento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Pendências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Feedback   ·   Preenchimento: Automático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Exige a composição mínima de atividades para geração.</a:t>
            </a:r>
          </a:p>
        </p:txBody>
      </p:sp>
    </p:spTree>
  </p:cSld>
  <p:clrMapOvr>
    <a:masterClrMapping/>
  </p:clrMapOvr>
</p:sld>
</file>

<file path=ppt/slides/slide7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TELA-061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756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Adicionar evento ao plano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validação deste estado e persiste somente os dados próprios da etapa quando a pessoa tem permissão.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Editar evento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7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TELA-061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757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Remover evento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7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TELA-061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758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Salvar rascunho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validação deste estado e persiste somente os dados próprios da etapa quando a pessoa tem permissão.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Finalizar plano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7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TELA-061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11–12 de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759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Visualizar 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Baixar 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Produz ou entrega o artefato indicado somente após as validações e condições funcionais aplicáveis.</a:t>
            </a:r>
          </a:p>
        </p:txBody>
      </p:sp>
    </p:spTree>
  </p:cSld>
  <p:clrMapOvr>
    <a:masterClrMapping/>
  </p:clrMapOvr>
</p:sld>
</file>

<file path=ppt/slides/slide7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TELA-061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13–14 de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Baixar DOCX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Produz ou entrega o artefato indicado somente após as validações e condições funcionais aplicáveis.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Anexar ou gerenciar assinado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7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TELA-061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19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761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Plano é criado → status RASCUNHO; geração bem-sucedida marca GERADO → estado é simples e separado de cancelamento.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Numeração do plano é necessária → transação bloqueia configuração, reconcilia contador com maior número do banco e zera ao mudar o ano → número único por área/ano.</a:t>
            </a:r>
          </a:p>
        </p:txBody>
      </p:sp>
    </p:spTree>
  </p:cSld>
  <p:clrMapOvr>
    <a:masterClrMapping/>
  </p:clrMapOvr>
</p:sld>
</file>

<file path=ppt/slides/slide7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TELA-061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19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762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Geração é solicitada → três avaliadores cobrem identificação, efetivo/diárias e atividades; pendências bloqueiam → só documento completo é emitido.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Plano é multievento → template plano_trabalho_multievento.docx; caso contrário plano_trabalho.docx → saída segue a estrutura do plano.</a:t>
            </a:r>
          </a:p>
        </p:txBody>
      </p:sp>
    </p:spTree>
  </p:cSld>
  <p:clrMapOvr>
    <a:masterClrMapping/>
  </p:clrMapOvr>
</p:sld>
</file>

<file path=ppt/slides/slide7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TELA-061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5–6 de 19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763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Tipo documental é solicitado → registro/template precisa existir e formato ser compatível; duplicidade de registro falha → geração não aceita tipo arbitrário.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Caminho de template é resolvido → deve permanecer dentro de documentos/resources → traversal/caminho externo é rejeitado.</a:t>
            </a:r>
          </a:p>
        </p:txBody>
      </p:sp>
    </p:spTree>
  </p:cSld>
  <p:clrMapOvr>
    <a:masterClrMapping/>
  </p:clrMapOvr>
</p:sld>
</file>

<file path=ppt/slides/slide7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TELA-061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7–8 de 19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764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Payload não contém placeholder obrigatório ou saída mantém placeholder → geração levanta erro explícito → marcadores não vazam para documento final.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DOCX é solicitado → docxtpl preenche template e retorna bytes; pacote/template ausente falha explicitamente → nenhum pacote é instalado durante request.</a:t>
            </a:r>
          </a:p>
        </p:txBody>
      </p:sp>
    </p:spTree>
  </p:cSld>
  <p:clrMapOvr>
    <a:masterClrMapping/>
  </p:clrMapOvr>
</p:sld>
</file>

<file path=ppt/slides/slide7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TELA-061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9–10 de 19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765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PDF em auto é solicitado → cadeia varia por SO e disponibilidade: Word/LibreOffice/unoserver/WeasyPrint/simple conforme preferência/configuração → melhor motor disponível é tentado.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Motor explícito falha e fallback automático está ligado → motores seguintes são tentados; sem motor, erro inclui orientação → falha não some em silêncio.</a:t>
            </a:r>
          </a:p>
        </p:txBody>
      </p:sp>
    </p:spTree>
  </p:cSld>
  <p:clrMapOvr>
    <a:masterClrMapping/>
  </p:clrMapOvr>
</p:sld>
</file>

<file path=ppt/slides/slide7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TELA-061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11–12 de 19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766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PDF simples não está permitido → simple não entra na cadeia; quando permitido, produz layout mínimo → fidelidade reduzida é fallback deliberado.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Conteúdo+template+formato+versão equivalentes geram chave idêntica → artefato válido pode ser reutilizado; mudança no payload/template invalida → cache é determinístico.</a:t>
            </a:r>
          </a:p>
        </p:txBody>
      </p:sp>
    </p:spTree>
  </p:cSld>
  <p:clrMapOvr>
    <a:masterClrMapping/>
  </p:clrMapOvr>
</p:sld>
</file>

<file path=ppt/slides/slide7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TELA-061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13–14 de 19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767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Geração assíncrona é pedida → job fica queued → processing → complete/error; pedido duplicado pode reutilizar dedupe_key → frontend recebe 202/status/result.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Resultado assíncrono pertence a outra área/usuário ou não concluiu → acesso é negado/202; concluído entrega arquivo → isolamento vale também para downloads.</a:t>
            </a:r>
          </a:p>
        </p:txBody>
      </p:sp>
    </p:spTree>
  </p:cSld>
  <p:clrMapOvr>
    <a:masterClrMapping/>
  </p:clrMapOvr>
</p:sld>
</file>

<file path=ppt/slides/slide7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TELA-061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15–16 de 19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768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PDF inline recebe Range válido → retorna faixa 206; Range inválido recebe 416; arquivo completo recebe 200 → visualizador suporta streaming.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Arquivo assinado é anexado a artefato → upload é validado e versão fica associada; remoção limpa vínculo → assinatura manual pode substituir consumo do gerado.</a:t>
            </a:r>
          </a:p>
        </p:txBody>
      </p:sp>
    </p:spTree>
  </p:cSld>
  <p:clrMapOvr>
    <a:masterClrMapping/>
  </p:clrMapOvr>
</p:sld>
</file>

<file path=ppt/slides/slide7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TELA-061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17–18 de 19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769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Versão documental assinada é criada → conteúdo/hash/revogação tornam-se imutáveis; versão não pode ser excluída → cadeia de prova é preservada.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Conversão unoserver recebe URL inválida, serviço indisponível ou saída não-PDF → erro explícito; cache binário por SHA-256 pode reaproveitar conversões idênticas → não retorna bytes inválidos.</a:t>
            </a:r>
          </a:p>
        </p:txBody>
      </p:sp>
    </p:spTree>
  </p:cSld>
  <p:clrMapOvr>
    <a:masterClrMapping/>
  </p:clrMapOvr>
</p:sld>
</file>

<file path=ppt/slides/slide7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TELA-061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19–19 de 19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770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Arquivos atualmente geráveis e comprovados no repositório → Ofício (DOCX/PDF), Justificativa (DOCX/PDF), Termo (DOCX/PDF, individual/lote), Plano (DOCX/PDF), Ordem (DOCX/PDF), Relatório Técnico (DOCX/PDF), Diário de Bordo (XLSX/PDF), prestação consolidada (PDF) → não foi localizado gerador ODT.</a:t>
            </a:r>
          </a:p>
        </p:txBody>
      </p:sp>
    </p:spTree>
  </p:cSld>
  <p:clrMapOvr>
    <a:masterClrMapping/>
  </p:clrMapOvr>
</p:sld>
</file>

<file path=ppt/slides/slide7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TELA-061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771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401 JSON para sessão expirada em AJAX/API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7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TELA-062 · Plano — efetivo e diárias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772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lanos-efetivo-diaria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Executar a etapa operacional de planos de trabalho indicada pelo título, com feedback de validação e estado.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Planos de trabalho pelo menu e siga para `/planos-trabalho/1/efetivo-diarias/`;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o processo alcançar esta etapa ou quando for necessário revisar o estado correspondente.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Reutiliza evento, servidores e roteiro; apoia ordem de serviço.</a:t>
            </a:r>
          </a:p>
        </p:txBody>
      </p:sp>
    </p:spTree>
  </p:cSld>
  <p:clrMapOvr>
    <a:masterClrMapping/>
  </p:clrMapOvr>
</p:sld>
</file>

<file path=ppt/slides/slide7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Plano — efetivo e diárias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773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lanos-efetivo-diaria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Navegação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mantém área, usuário, tema e caminhos do módulo.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Conteúdo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 região central apresenta dados e controles da finalidade atual.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Avisos, badges e etapas mostram o andamento do processo.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Os comandos disponíveis dependem do estado e da autorização.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774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Unidade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Busca com seleção   ·   Preenchimento: Unidades da área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Compõe cada linha de efetivo do plano.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Cargo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Catálogo da área   ·   Obrigatório: Condicional por linha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obrigatório quando a linha de efetivo começou a ser preenchida.</a:t>
            </a:r>
          </a:p>
        </p:txBody>
      </p:sp>
    </p:spTree>
  </p:cSld>
  <p:clrMapOvr>
    <a:masterClrMapping/>
  </p:clrMapOvr>
</p:sld>
</file>

<file path=ppt/slides/slide7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Quantidade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Número com controles   ·   Preenchimento: Manual   ·   Obrigatório: Condicional por 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Tem mínimo 1 e participa da soma da equipe e do cálculo de diárias.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Data de saída da sede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7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776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Hora de saída da sede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Data e horário   ·   Preenchimento: Manual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Inicia o período financeiro do deslocamento.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Data de chegada à sede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7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777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Hora de chegada à sede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Data e horário   ·   Preenchimento: Manual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Quando ambos os extremos existem, deve ser posterior à saída.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Valor total do plano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7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778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Valor por servidor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Quantidade de diárias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Número com controles   ·   Preenchimento: Manual   ·   Obrigatório: Condicional por linha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Tem mínimo 1 e participa da soma da equipe e do cálculo de diárias.</a:t>
            </a:r>
          </a:p>
        </p:txBody>
      </p:sp>
    </p:spTree>
  </p:cSld>
  <p:clrMapOvr>
    <a:masterClrMapping/>
  </p:clrMapOvr>
</p:sld>
</file>

<file path=ppt/slides/slide7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11–12 de 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779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Efetivo total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Adicionar efetivo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validação deste estado e persiste somente os dados próprios da etapa quando a pessoa tem permissão.</a:t>
            </a:r>
          </a:p>
        </p:txBody>
      </p:sp>
    </p:spTree>
  </p:cSld>
  <p:clrMapOvr>
    <a:masterClrMapping/>
  </p:clrMapOvr>
</p:sld>
</file>

<file path=ppt/slides/slide7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13–14 de 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780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Remover efetivo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Diminuir quantidade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7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15–16 de 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781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Aumentar quantidade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7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17–17 de 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782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Salvar e avançar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Valida efetivo e período antes de conduzir às atividades.</a:t>
            </a:r>
          </a:p>
        </p:txBody>
      </p:sp>
    </p:spTree>
  </p:cSld>
  <p:clrMapOvr>
    <a:masterClrMapping/>
  </p:clrMapOvr>
</p:sld>
</file>

<file path=ppt/slides/slide7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TELA-062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17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783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Destino é classificado → Brasília/DF recebe BRASILIA; capital conhecida recebe CAPITAL; vazio ou demais recebe INTERIOR → faixa tarifária determinada.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Base geográfica possui capitais → ela prevalece; UFs ausentes usam mapa de segurança → banco recém-criado não transforma capitais em interior.</a:t>
            </a:r>
          </a:p>
        </p:txBody>
      </p:sp>
    </p:spTree>
  </p:cSld>
  <p:clrMapOvr>
    <a:masterClrMapping/>
  </p:clrMapOvr>
</p:sld>
</file>

<file path=ppt/slides/slide7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TELA-062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17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784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Roteiro contém várias paradas → BRASÍLIA prevalece; senão qualquer capital eleva o tipo agregado a CAPITAL; caso contrário INTERIOR → resumo usa maior faixa encontrada.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Cálculo começa → data da saída mais antiga escolhe uma única vigência para todo o roteiro → travessia de mudança de tabela não mistura valores.</a:t>
            </a:r>
          </a:p>
        </p:txBody>
      </p:sp>
    </p:spTree>
  </p:cSld>
  <p:clrMapOvr>
    <a:masterClrMapping/>
  </p:clrMapOvr>
</p:sld>
</file>

<file path=ppt/slides/slide7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TELA-062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5–6 de 17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785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Não existe vigência para data/faixa → valores históricos internos são usados como último recurso → calculadora continua disponível, mas resultado sinaliza linha de tabela ausente.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Período tem duração ≤ 0 → erro; parada instantânea entre destinos é ignorada sem invalidar o roteiro → apenas permanências positivas faturam.</a:t>
            </a:r>
          </a:p>
        </p:txBody>
      </p:sp>
    </p:spTree>
  </p:cSld>
  <p:clrMapOvr>
    <a:masterClrMapping/>
  </p:clrMapOvr>
</p:sld>
</file>

<file path=ppt/slides/slide7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TELA-062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7–8 de 17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786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Sobra após dias inteiros é até 6h / &gt;6–8h / &gt;8–12h / &gt;12h → complemento é 0% / 15% / 30% / 100% → escada depende da duração, não da virada do calendário.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Marcadores de destino são processados → primeiro período começa na saída da sede; seguintes começam na chegada ao destino; terminam na chegada ao próximo/à sede → tempo entre destinos é tarifado pelo local de permanência anterior.</a:t>
            </a:r>
          </a:p>
        </p:txBody>
      </p:sp>
    </p:spTree>
  </p:cSld>
  <p:clrMapOvr>
    <a:masterClrMapping/>
  </p:clrMapOvr>
</p:sld>
</file>

<file path=ppt/slides/slide7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TELA-062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9–10 de 17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787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Parada intermediária coincide com a sede → período é ignorado; retorno final à sede prolonga trecho anterior e não abre faixa própria → volta para casa não é tarifada como estadia na sede.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Períodos consecutivos encostados têm a mesma faixa → fundem-se em um trecho tarifário → sobra/complemento é contado uma vez por trecho, não por cidade.</a:t>
            </a:r>
          </a:p>
        </p:txBody>
      </p:sp>
    </p:spTree>
  </p:cSld>
  <p:clrMapOvr>
    <a:masterClrMapping/>
  </p:clrMapOvr>
</p:sld>
</file>

<file path=ppt/slides/slide7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TELA-062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11–12 de 17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788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Valor do trecho é calculado → dias inteiros × 24h + no máximo um complemento, multiplicado pela quantidade de servidores → total monetário e composição estruturada são produzidos.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Resultado é persistido no roteiro → quantidade, valor numérico, texto por extenso e componentes de diária são sincronizados → documento e auditoria usam snapshot estruturado.</a:t>
            </a:r>
          </a:p>
        </p:txBody>
      </p:sp>
    </p:spTree>
  </p:cSld>
  <p:clrMapOvr>
    <a:masterClrMapping/>
  </p:clrMapOvr>
</p:sld>
</file>

<file path=ppt/slides/slide7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TELA-062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13–14 de 17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789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Roteiro tenta calcular sem datas/horas suficientes → ValueError("Preencha datas e horas para calcular.") → operador deve completar período.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RN-098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Efetivo contém cargo/unidade/quantidade → combinação é única por plano/evento e quantidade inicia em 1 → resumo pluraliza e soma equipe.</a:t>
            </a:r>
          </a:p>
        </p:txBody>
      </p:sp>
    </p:spTree>
  </p:cSld>
  <p:clrMapOvr>
    <a:masterClrMapping/>
  </p:clrMapOvr>
</p:sld>
</file>

<file path=ppt/slides/slide7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TELA-062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15–16 de 17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790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Plano comum calcula diárias → reutiliza motor central por período/destino e multiplica pelo efetivo → snapshot de composição, unitário e total é salvo.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Plano multievento possui eventos → cada evento tem período/destino/efetivo próprios; diárias são calculadas por evento e combinadas → documento multievento recebe blocos separados e total.</a:t>
            </a:r>
          </a:p>
        </p:txBody>
      </p:sp>
    </p:spTree>
  </p:cSld>
  <p:clrMapOvr>
    <a:masterClrMapping/>
  </p:clrMapOvr>
</p:sld>
</file>

<file path=ppt/slides/slide7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TELA-062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17–17 de 17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791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Geração é solicitada → três avaliadores cobrem identificação, efetivo/diárias e atividades; pendências bloqueiam → só documento completo é emitido.</a:t>
            </a:r>
          </a:p>
        </p:txBody>
      </p:sp>
    </p:spTree>
  </p:cSld>
  <p:clrMapOvr>
    <a:masterClrMapping/>
  </p:clrMapOvr>
</p:sld>
</file>

<file path=ppt/slides/slide7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TELA-062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792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401 JSON para sessão expirada em AJAX/API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9560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7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TELA-063 · Catálogo de horários do plano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793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lanos-horari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Executar a etapa operacional de planos de trabalho indicada pelo título, com feedback de validação e estado.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Planos de trabalho pelo menu e siga para `/planos-trabalho/horarios/`;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o processo alcançar esta etapa ou quando for necessário revisar o estado correspondente.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Reutiliza evento, servidores e roteiro; apoia ordem de serviço.</a:t>
            </a:r>
          </a:p>
        </p:txBody>
      </p:sp>
    </p:spTree>
  </p:cSld>
  <p:clrMapOvr>
    <a:masterClrMapping/>
  </p:clrMapOvr>
</p:sld>
</file>

<file path=ppt/slides/slide7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Catálogo de horários do plano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794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lanos-horari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Navegação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mantém área, usuário, tema e caminhos do módulo.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Conteúdo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 região central apresenta dados e controles da finalidade atual.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Avisos, badges e etapas mostram o andamento do processo.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Os comandos disponíveis dependem do estado e da autorização.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795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Buscar horários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Restringe os resultados desta tela e não altera os registros persistidos.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Horário de início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</p:spTree>
  </p:cSld>
  <p:clrMapOvr>
    <a:masterClrMapping/>
  </p:clrMapOvr>
</p:sld>
</file>

<file path=ppt/slides/slide7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796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Horário de fim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Novo horário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7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797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Salvar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validação deste estado e persiste somente os dados próprios da etapa quando a pessoa tem permissão.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Cancelar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</p:spTree>
  </p:cSld>
  <p:clrMapOvr>
    <a:masterClrMapping/>
  </p:clrMapOvr>
</p:sld>
</file>

<file path=ppt/slides/slide7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798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Limpar busca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Muda somente a apresentação ou os critérios da tela; não modifica o cadastro persistido.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Editar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7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9–9 de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799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Excluir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</p:spTree>
  </p:cSld>
  <p:clrMapOvr>
    <a:masterClrMapping/>
  </p:clrMapOvr>
</p:sld>
</file>

<file path=ppt/slides/slide8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TELA-063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8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TELA-064 · Plano — identificação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801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lanos-identificaca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126" y="1261872"/>
            <a:ext cx="3716426" cy="501091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Executar a etapa operacional de planos de trabalho indicada pelo título, com feedback de validação e estado.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Planos de trabalho pelo menu e siga para `/planos-trabalho/1/identificacao/`;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o processo alcançar esta etapa ou quando for necessário revisar o estado correspondente.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Reutiliza evento, servidores e roteiro; apoia ordem de serviço.</a:t>
            </a:r>
          </a:p>
        </p:txBody>
      </p:sp>
    </p:spTree>
  </p:cSld>
  <p:clrMapOvr>
    <a:masterClrMapping/>
  </p:clrMapOvr>
</p:sld>
</file>

<file path=ppt/slides/slide8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Plano — identificação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802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lanos-identificaca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9479" y="1234440"/>
            <a:ext cx="3770680" cy="50840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Navegação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mantém área, usuário, tema e caminhos do módulo.</a:t>
            </a:r>
          </a:p>
        </p:txBody>
      </p:sp>
      <p:sp>
        <p:nvSpPr>
          <p:cNvPr id="15" name="Oval 14"/>
          <p:cNvSpPr/>
          <p:nvPr/>
        </p:nvSpPr>
        <p:spPr>
          <a:xfrm>
            <a:off x="2489965" y="149083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89965" y="150455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892301" y="1692005"/>
            <a:ext cx="5410451" cy="118507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Conteúdo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 região central apresenta dados e controles da finalidade atual.</a:t>
            </a:r>
          </a:p>
        </p:txBody>
      </p:sp>
      <p:sp>
        <p:nvSpPr>
          <p:cNvPr id="23" name="Oval 22"/>
          <p:cNvSpPr/>
          <p:nvPr/>
        </p:nvSpPr>
        <p:spPr>
          <a:xfrm>
            <a:off x="3470342" y="296521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0342" y="297893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872678" y="3035808"/>
            <a:ext cx="4430074" cy="13057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Avisos, badges e etapas mostram o andamento do processo.</a:t>
            </a:r>
          </a:p>
        </p:txBody>
      </p:sp>
      <p:sp>
        <p:nvSpPr>
          <p:cNvPr id="31" name="Oval 30"/>
          <p:cNvSpPr/>
          <p:nvPr/>
        </p:nvSpPr>
        <p:spPr>
          <a:xfrm>
            <a:off x="4639253" y="4287072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39253" y="4300788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041589" y="4261104"/>
            <a:ext cx="3261163" cy="22713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Os comandos disponíveis dependem do estado e da autorização.</a:t>
            </a:r>
          </a:p>
        </p:txBody>
      </p:sp>
      <p:sp>
        <p:nvSpPr>
          <p:cNvPr id="39" name="Oval 38"/>
          <p:cNvSpPr/>
          <p:nvPr/>
        </p:nvSpPr>
        <p:spPr>
          <a:xfrm>
            <a:off x="5431095" y="540556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31095" y="541928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5833431" y="5486400"/>
            <a:ext cx="2469321" cy="120335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23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Programa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Catálogo da área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Identifica o programa solicitante; a opção Outros exige texto próprio.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Outro programa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Catálogo da área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Identifica o programa solicitante; a opção Outros exige texto próprio.</a:t>
            </a:r>
          </a:p>
        </p:txBody>
      </p:sp>
    </p:spTree>
  </p:cSld>
  <p:clrMapOvr>
    <a:masterClrMapping/>
  </p:clrMapOvr>
</p:sld>
</file>

<file path=ppt/slides/slide8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23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Data de início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Data de fim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8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23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Horário de atendimento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Catálogo da área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Preserva valores históricos e alimenta o documento.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8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23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Destinos extras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Estado/Cidade repetível   ·   Preenchimento: Base geográfica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Persiste destino principal e linhas extras válidas.</a:t>
            </a:r>
          </a:p>
        </p:txBody>
      </p:sp>
    </p:spTree>
  </p:cSld>
  <p:clrMapOvr>
    <a:masterClrMapping/>
  </p:clrMapOvr>
</p:sld>
</file>

<file path=ppt/slides/slide8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23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Coordenador administrativo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Busca ou texto livre   ·   Preenchimento: Servidor/manual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Define origem, nome, cargo e gênero usados no texto.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Cargo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8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11–12 de 23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Gênero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Coordenador operacional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Busca ou texto livre   ·   Preenchimento: Servidor/manual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Usa a mesma regra e permanece opcional.</a:t>
            </a:r>
          </a:p>
        </p:txBody>
      </p:sp>
    </p:spTree>
  </p:cSld>
  <p:clrMapOvr>
    <a:masterClrMapping/>
  </p:clrMapOvr>
</p:sld>
</file>

<file path=ppt/slides/slide8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13–14 de 23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Breve contextualização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longo   ·   Preenchimento: Automático ou manual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regenerada enquanto automática; edição manual impede substituição posterior.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Coordenação do evento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longo   ·   Preenchimento: Automático ou manual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Deriva dos coordenadores enquanto a automação estiver ativa.</a:t>
            </a:r>
          </a:p>
        </p:txBody>
      </p:sp>
    </p:spTree>
  </p:cSld>
  <p:clrMapOvr>
    <a:masterClrMapping/>
  </p:clrMapOvr>
</p:sld>
</file>

<file path=ppt/slides/slide8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15–16 de 23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Considerações finais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longo   ·   Preenchimento: Automático ou manual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Deriva do destino enquanto a automação estiver ativa.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Gerenciar programas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8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17–18 de 23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Gerenciar horários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Gerenciar cargos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8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19–20 de 23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Adicionar destino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validação deste estado e persiste somente os dados próprios da etapa quando a pessoa tem permissão.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Remover destino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</p:spTree>
  </p:cSld>
  <p:clrMapOvr>
    <a:masterClrMapping/>
  </p:clrMapOvr>
</p:sld>
</file>

<file path=ppt/slides/slide8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21–22 de 23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Reordenar destinos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Muda somente a apresentação ou os critérios da tela; não modifica o cadastro persistido.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 à lista salvando rascunho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8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23–23 de 23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Salvar e avançar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Valida identificação e conduz ao efetivo e diárias.</a:t>
            </a:r>
          </a:p>
        </p:txBody>
      </p:sp>
    </p:spTree>
  </p:cSld>
  <p:clrMapOvr>
    <a:masterClrMapping/>
  </p:clrMapOvr>
</p:sld>
</file>

<file path=ppt/slides/slide8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TELA-064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Plano é criado → status RASCUNHO; geração bem-sucedida marca GERADO → estado é simples e separado de cancelamento.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Numeração do plano é necessária → transação bloqueia configuração, reconcilia contador com maior número do banco e zera ao mudar o ano → número único por área/ano.</a:t>
            </a:r>
          </a:p>
        </p:txBody>
      </p:sp>
    </p:spTree>
  </p:cSld>
  <p:clrMapOvr>
    <a:masterClrMapping/>
  </p:clrMapOvr>
</p:sld>
</file>

<file path=ppt/slides/slide8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TELA-064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Coordenador administrativo/operacional usa modo SERVIDOR ou MANUAL → FK ou nome/cargo/gênero manual compõem o texto → plano aceita pessoa cadastrada ou externa.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RN-095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Programa “outros” é escolhido → texto manual correspondente é exigido; programa inválido é rejeitado → documento sempre identifica programa.</a:t>
            </a:r>
          </a:p>
        </p:txBody>
      </p:sp>
    </p:spTree>
  </p:cSld>
  <p:clrMapOvr>
    <a:masterClrMapping/>
  </p:clrMapOvr>
</p:sld>
</file>

<file path=ppt/slides/slide8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TELA-064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5–6 de 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Campos automáticos de contextualização/coordenação/consideração estão ativos → textos padrão são regenerados; se usuário desativa auto, texto manual é preservado → automação não sobrescreve edição deliberada.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Plano multievento possui eventos → cada evento tem período/destino/efetivo próprios; diárias são calculadas por evento e combinadas → documento multievento recebe blocos separados e total.</a:t>
            </a:r>
          </a:p>
        </p:txBody>
      </p:sp>
    </p:spTree>
  </p:cSld>
  <p:clrMapOvr>
    <a:masterClrMapping/>
  </p:clrMapOvr>
</p:sld>
</file>

<file path=ppt/slides/slide8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TELA-064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7–8 de 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Scratchpad contém dados e usuário adiciona/sincroniza → vira EventoPlano; editar carrega evento no scratchpad; remover exclui o evento e seus efetivos → editor multievento tem ciclo explícito.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Geração é solicitada → três avaliadores cobrem identificação, efetivo/diárias e atividades; pendências bloqueiam → só documento completo é emitido.</a:t>
            </a:r>
          </a:p>
        </p:txBody>
      </p:sp>
    </p:spTree>
  </p:cSld>
  <p:clrMapOvr>
    <a:masterClrMapping/>
  </p:clrMapOvr>
</p:sld>
</file>

<file path=ppt/slides/slide8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TELA-064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401 JSON para sessão expirada em AJAX/API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9560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8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TELA-065 · Presets de atividades do plano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820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lanos-prese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Executar a etapa operacional de planos de trabalho indicada pelo título, com feedback de validação e estado.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Planos de trabalho pelo menu e siga para `/planos-trabalho/presets/`;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o processo alcançar esta etapa ou quando for necessário revisar o estado correspondente.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Reutiliza evento, servidores e roteiro; apoia ordem de serviço.</a:t>
            </a:r>
          </a:p>
        </p:txBody>
      </p:sp>
    </p:spTree>
  </p:cSld>
  <p:clrMapOvr>
    <a:masterClrMapping/>
  </p:clrMapOvr>
</p:sld>
</file>

<file path=ppt/slides/slide8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Presets de atividades do plano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821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lanos-prese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Navegação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mantém área, usuário, tema e caminhos do módulo.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Conteúdo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 região central apresenta dados e controles da finalidade atual.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Avisos, badges e etapas mostram o andamento do processo.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Os comandos disponíveis dependem do estado e da autorização.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Buscar presets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Restringe os resultados desta tela e não altera os registros persistidos.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</p:spTree>
  </p:cSld>
  <p:clrMapOvr>
    <a:masterClrMapping/>
  </p:clrMapOvr>
</p:sld>
</file>

<file path=ppt/slides/slide8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Atividades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Novo preset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8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Salvar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validação deste estado e persiste somente os dados próprios da etapa quando a pessoa tem permissão.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Cancelar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</p:spTree>
  </p:cSld>
  <p:clrMapOvr>
    <a:masterClrMapping/>
  </p:clrMapOvr>
</p:sld>
</file>

<file path=ppt/slides/slide8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Limpar busca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Muda somente a apresentação ou os critérios da tela; não modifica o cadastro persistido.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Editar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8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9–9 de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Excluir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</p:spTree>
  </p:cSld>
  <p:clrMapOvr>
    <a:masterClrMapping/>
  </p:clrMapOvr>
</p:sld>
</file>

<file path=ppt/slides/slide8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TELA-065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1–1 de 1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Plano tem atividades selecionadas → metas, atividades, recursos e unidade móvel são montados na ordem do catálogo; presets exigem pelo menos uma atividade → texto documental derivado.</a:t>
            </a:r>
          </a:p>
        </p:txBody>
      </p:sp>
    </p:spTree>
  </p:cSld>
  <p:clrMapOvr>
    <a:masterClrMapping/>
  </p:clrMapOvr>
</p:sld>
</file>

<file path=ppt/slides/slide8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TELA-065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8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TELA-066 · Programas do plano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829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lanos-programa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Executar a etapa operacional de planos de trabalho indicada pelo título, com feedback de validação e estado.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Planos de trabalho pelo menu e siga para `/planos-trabalho/programas/`;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o processo alcançar esta etapa ou quando for necessário revisar o estado correspondente.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Reutiliza evento, servidores e roteiro; apoia ordem de serviço.</a:t>
            </a:r>
          </a:p>
        </p:txBody>
      </p:sp>
    </p:spTree>
  </p:cSld>
  <p:clrMapOvr>
    <a:masterClrMapping/>
  </p:clrMapOvr>
</p:sld>
</file>

<file path=ppt/slides/slide8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Programas do plano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830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lanos-programa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Navegação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mantém área, usuário, tema e caminhos do módulo.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Conteúdo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 região central apresenta dados e controles da finalidade atual.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Avisos, badges e etapas mostram o andamento do processo.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Os comandos disponíveis dependem do estado e da autorização.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Buscar programas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Restringe os resultados desta tela e não altera os registros persistidos.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</p:spTree>
  </p:cSld>
  <p:clrMapOvr>
    <a:masterClrMapping/>
  </p:clrMapOvr>
</p:sld>
</file>

<file path=ppt/slides/slide8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Ordem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</p:spTree>
  </p:cSld>
  <p:clrMapOvr>
    <a:masterClrMapping/>
  </p:clrMapOvr>
</p:sld>
</file>

<file path=ppt/slides/slide8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Novo programa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Salvar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validação deste estado e persiste somente os dados próprios da etapa quando a pessoa tem permissão.</a:t>
            </a:r>
          </a:p>
        </p:txBody>
      </p:sp>
    </p:spTree>
  </p:cSld>
  <p:clrMapOvr>
    <a:masterClrMapping/>
  </p:clrMapOvr>
</p:sld>
</file>

<file path=ppt/slides/slide8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Cancelar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Limpar busca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Muda somente a apresentação ou os critérios da tela; não modifica o cadastro persistido.</a:t>
            </a:r>
          </a:p>
        </p:txBody>
      </p:sp>
    </p:spTree>
  </p:cSld>
  <p:clrMapOvr>
    <a:masterClrMapping/>
  </p:clrMapOvr>
</p:sld>
</file>

<file path=ppt/slides/slide8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Editar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Excluir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</p:spTree>
  </p:cSld>
  <p:clrMapOvr>
    <a:masterClrMapping/>
  </p:clrMapOvr>
</p:sld>
</file>

<file path=ppt/slides/slide8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TELA-066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1–1 de 1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Programa “outros” é escolhido → texto manual correspondente é exigido; programa inválido é rejeitado → documento sempre identifica programa.</a:t>
            </a:r>
          </a:p>
        </p:txBody>
      </p:sp>
    </p:spTree>
  </p:cSld>
  <p:clrMapOvr>
    <a:masterClrMapping/>
  </p:clrMapOvr>
</p:sld>
</file>

<file path=ppt/slides/slide8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TELA-066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8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TELA-067 · Lista de planos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838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lanos-trabalho-lis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Localizar, filtrar e abrir registros do módulo, respeitando a área ativa e o papel do usuário.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Planos de trabalho pelo menu e siga para `/planos-trabalho/`;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para localizar registros, comparar estados e iniciar consulta, edição ou criação.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Reutiliza evento, servidores e roteiro; apoia ordem de serviço.</a:t>
            </a:r>
          </a:p>
        </p:txBody>
      </p:sp>
    </p:spTree>
  </p:cSld>
  <p:clrMapOvr>
    <a:masterClrMapping/>
  </p:clrMapOvr>
</p:sld>
</file>

<file path=ppt/slides/slide8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Lista de planos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839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lanos-trabalho-lis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Confirme módulo, área ativa e perfil antes de agir.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Filtros e ordenação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Use os controles para reduzir e organizar os resultados.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Registros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Cada card ou linha resume dados, situação e vínculos.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Abra, edite, crie ou baixe conforme estado e permissão.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TELA-067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Buscar planos de trabalho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Restringe os resultados desta tela e não altera os registros persistidos.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Filtrar por situação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</p:spTree>
  </p:cSld>
  <p:clrMapOvr>
    <a:masterClrMapping/>
  </p:clrMapOvr>
</p:sld>
</file>

<file path=ppt/slides/slide8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TELA-067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Ordenar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Viagem — 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</p:spTree>
  </p:cSld>
  <p:clrMapOvr>
    <a:masterClrMapping/>
  </p:clrMapOvr>
</p:sld>
</file>

<file path=ppt/slides/slide8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TELA-067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Viagem — até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Novo plano de trabalho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8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TELA-067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Limpar filtros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Muda somente a apresentação ou os critérios da tela; não modifica o cadastro persistido.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Editar ou continuar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8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TELA-067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Visualizar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Baixar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Produz ou entrega o artefato indicado somente após as validações e condições funcionais aplicáveis.</a:t>
            </a:r>
          </a:p>
        </p:txBody>
      </p:sp>
    </p:spTree>
  </p:cSld>
  <p:clrMapOvr>
    <a:masterClrMapping/>
  </p:clrMapOvr>
</p:sld>
</file>

<file path=ppt/slides/slide8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TELA-067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11–12 de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Anexar ou gerenciar assinado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Excluir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</p:spTree>
  </p:cSld>
  <p:clrMapOvr>
    <a:masterClrMapping/>
  </p:clrMapOvr>
</p:sld>
</file>

<file path=ppt/slides/slide8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TELA-067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5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Plano é criado → status RASCUNHO; geração bem-sucedida marca GERADO → estado é simples e separado de cancelamento.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Numeração do plano é necessária → transação bloqueia configuração, reconcilia contador com maior número do banco e zera ao mudar o ano → número único por área/ano.</a:t>
            </a:r>
          </a:p>
        </p:txBody>
      </p:sp>
    </p:spTree>
  </p:cSld>
  <p:clrMapOvr>
    <a:masterClrMapping/>
  </p:clrMapOvr>
</p:sld>
</file>

<file path=ppt/slides/slide8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TELA-067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5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Plano multievento possui eventos → cada evento tem período/destino/efetivo próprios; diárias são calculadas por evento e combinadas → documento multievento recebe blocos separados e total.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Geração é solicitada → três avaliadores cobrem identificação, efetivo/diárias e atividades; pendências bloqueiam → só documento completo é emitido.</a:t>
            </a:r>
          </a:p>
        </p:txBody>
      </p:sp>
    </p:spTree>
  </p:cSld>
  <p:clrMapOvr>
    <a:masterClrMapping/>
  </p:clrMapOvr>
</p:sld>
</file>

<file path=ppt/slides/slide8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TELA-067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5–5 de 5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Plano é multievento → template plano_trabalho_multievento.docx; caso contrário plano_trabalho.docx → saída segue a estrutura do plano.</a:t>
            </a:r>
          </a:p>
        </p:txBody>
      </p:sp>
    </p:spTree>
  </p:cSld>
  <p:clrMapOvr>
    <a:masterClrMapping/>
  </p:clrMapOvr>
</p:sld>
</file>

<file path=ppt/slides/slide8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TELA-067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849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8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Exemplo prático · preparar plano e efetivo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Dados inteiramente fictícios · sequência completa da entrada ao resultado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261872"/>
            <a:ext cx="566928" cy="566928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298448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298448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52A3A"/>
                </a:solidFill>
                <a:latin typeface="Aptos"/>
              </a:rPr>
              <a:t>Vincule o evento demonstrativo.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231136"/>
            <a:ext cx="566928" cy="566928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267712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267712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52A3A"/>
                </a:solidFill>
                <a:latin typeface="Aptos"/>
              </a:rPr>
              <a:t>Informe período e destinos.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00400"/>
            <a:ext cx="566928" cy="566928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36976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236976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52A3A"/>
                </a:solidFill>
                <a:latin typeface="Aptos"/>
              </a:rPr>
              <a:t>Adicione efetivo e diárias.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169664"/>
            <a:ext cx="566928" cy="566928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206240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206240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52A3A"/>
                </a:solidFill>
                <a:latin typeface="Aptos"/>
              </a:rPr>
              <a:t>Selecione atividades e horários.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5138928"/>
            <a:ext cx="566928" cy="566928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5175504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71A33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5175504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52A3A"/>
                </a:solidFill>
                <a:latin typeface="Aptos"/>
              </a:rPr>
              <a:t>Anexe documentos e confira o resultado.</a:t>
            </a:r>
          </a:p>
        </p:txBody>
      </p:sp>
    </p:spTree>
  </p:cSld>
  <p:clrMapOvr>
    <a:masterClrMapping/>
  </p:clrMapOvr>
</p:sld>
</file>

<file path=ppt/slides/slide8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Exemplo prático · preparar plano e efetivo · resultado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resultado esperado é conferido na própria interface antes da próxima ação.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PLANOS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851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7644384" cy="5129783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lanos-identificaca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610" y="1234440"/>
            <a:ext cx="3763899" cy="50749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613648" y="1508760"/>
            <a:ext cx="2788920" cy="33375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0" y="17830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RESULTADO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240280"/>
            <a:ext cx="22860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52A3A"/>
                </a:solidFill>
                <a:latin typeface="Aptos"/>
              </a:rPr>
              <a:t>Registro salvo na área ativa, estado atualizado e dados disponíveis para as páginas e documentos seguintes. Se houver pendência, a interface mantém a etapa incompleta e indica a correção necessária.</a:t>
            </a:r>
          </a:p>
        </p:txBody>
      </p:sp>
    </p:spTree>
  </p:cSld>
  <p:clrMapOvr>
    <a:masterClrMapping/>
  </p:clrMapOvr>
</p:sld>
</file>

<file path=ppt/slides/slide8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731520"/>
            <a:ext cx="960120" cy="960120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768096"/>
            <a:ext cx="960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071A33"/>
                </a:solidFill>
                <a:latin typeface="Apto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Ordens de serviço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27248"/>
            <a:ext cx="9875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C5D7E5"/>
                </a:solidFill>
                <a:latin typeface="Aptos"/>
              </a:rPr>
              <a:t>Formalizar a execução do trabalho planejado e sua equipe.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5138928"/>
            <a:ext cx="2834640" cy="109728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ORDENS DE SERVIÇO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852</a:t>
            </a:r>
          </a:p>
        </p:txBody>
      </p:sp>
    </p:spTree>
  </p:cSld>
  <p:clrMapOvr>
    <a:masterClrMapping/>
  </p:clrMapOvr>
</p:sld>
</file>

<file path=ppt/slides/slide8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Ordens de serviço · visão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Objetivo, entradas, saídas e relações antes das páginas detalhadas.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VISÃO DOS MÓDULOS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853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57800" cy="123444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OBJETIVO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773936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Formalizar a execução do trabalho planejado e sua equipe.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298448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453895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FUNÇÕES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773936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Criação, edição, numeração, servidores, funções e documentos.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2825496"/>
            <a:ext cx="5257800" cy="123444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2980944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ENTRADAS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300984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Plano/evento, período, motivo, destino e composição da equipe.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2825496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980944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SAÍDAS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300984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Ordem de serviço numerada e documento correspondente.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4443984"/>
            <a:ext cx="5349240" cy="123444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4599432"/>
            <a:ext cx="4892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RELAÇÕES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919472"/>
            <a:ext cx="4892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Conecta planejamento, servidores e execução da viagem.</a:t>
            </a:r>
          </a:p>
        </p:txBody>
      </p:sp>
    </p:spTree>
  </p:cSld>
  <p:clrMapOvr>
    <a:masterClrMapping/>
  </p:clrMapOvr>
</p:sld>
</file>

<file path=ppt/slides/slide8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TELA-068 · Lista de ordens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ORDENS DE SERVIÇO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854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rdens-servico-lis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Localizar, filtrar e abrir registros do módulo, respeitando a área ativa e o papel do usuário.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Ordens de serviço pelo menu e siga para `/ordens-servico/`;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para localizar registros, comparar estados e iniciar consulta, edição ou criação.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Conecta planejamento, servidores e execução da viagem.</a:t>
            </a:r>
          </a:p>
        </p:txBody>
      </p:sp>
    </p:spTree>
  </p:cSld>
  <p:clrMapOvr>
    <a:masterClrMapping/>
  </p:clrMapOvr>
</p:sld>
</file>

<file path=ppt/slides/slide8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Lista de ordens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ORDENS DE SERVIÇO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855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rdens-servico-lis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Confirme módulo, área ativa e perfil antes de agir.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Filtros e ordenação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Use os controles para reduzir e organizar os resultados.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Registros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Cada card ou linha resume dados, situação e vínculos.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Abra, edite, crie ou baixe conforme estado e permissão.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ORDENS DE SERVIÇO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856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Buscar ordens de serviço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Restringe os resultados desta tela e não altera os registros persistidos.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Filtrar por situação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</p:spTree>
  </p:cSld>
  <p:clrMapOvr>
    <a:masterClrMapping/>
  </p:clrMapOvr>
</p:sld>
</file>

<file path=ppt/slides/slide8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ORDENS DE SERVIÇO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857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Ordenar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Viagem — 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</p:spTree>
  </p:cSld>
  <p:clrMapOvr>
    <a:masterClrMapping/>
  </p:clrMapOvr>
</p:sld>
</file>

<file path=ppt/slides/slide8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ORDENS DE SERVIÇO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858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Viagem — até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Nova ordem de serviço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8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ORDENS DE SERVIÇO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859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Limpar filtros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Muda somente a apresentação ou os critérios da tela; não modifica o cadastro persistido.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Editar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8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ORDENS DE SERVIÇO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Visualizar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Baixar 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Produz ou entrega o artefato indicado somente após as validações e condições funcionais aplicáveis.</a:t>
            </a:r>
          </a:p>
        </p:txBody>
      </p:sp>
    </p:spTree>
  </p:cSld>
  <p:clrMapOvr>
    <a:masterClrMapping/>
  </p:clrMapOvr>
</p:sld>
</file>

<file path=ppt/slides/slide8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11–12 de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ORDENS DE SERVIÇO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861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Baixar DOCX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Produz ou entrega o artefato indicado somente após as validações e condições funcionais aplicáveis.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Anexar ou gerenciar assinado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8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13–13 de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ORDENS DE SERVIÇO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862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Excluir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</p:spTree>
  </p:cSld>
  <p:clrMapOvr>
    <a:masterClrMapping/>
  </p:clrMapOvr>
</p:sld>
</file>

<file path=ppt/slides/slide8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TELA-068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4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ORDENS DE SERVIÇO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863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Ordem escolhe tipo de necessidade → opções incluem padrão, operação com retorno posterior, caminhão, micro-ônibus e cerimonial antecipado → template/contexto pode variar por necessidade.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Ordem precisa de número → sequência anual por área é única; lacunas liberadas por exclusão são registradas → numeração suporta concorrência/reuso controlado.</a:t>
            </a:r>
          </a:p>
        </p:txBody>
      </p:sp>
    </p:spTree>
  </p:cSld>
  <p:clrMapOvr>
    <a:masterClrMapping/>
  </p:clrMapOvr>
</p:sld>
</file>

<file path=ppt/slides/slide8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TELA-068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4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ORDENS DE SERVIÇO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864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Ordem possui ofícios vinculados → contexto reutiliza participantes, transporte, roteiro/evento; sem vínculo, campos próprios sustentam o documento → entidade pode ser derivada ou independente.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Documento da ordem é solicitado → DOCX/PDF usam template padrão ou ordem_servico_modelos.docx conforme regra de template → resposta passa por cache/persistência documental.</a:t>
            </a:r>
          </a:p>
        </p:txBody>
      </p:sp>
    </p:spTree>
  </p:cSld>
  <p:clrMapOvr>
    <a:masterClrMapping/>
  </p:clrMapOvr>
</p:sld>
</file>

<file path=ppt/slides/slide8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TELA-068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ORDENS DE SERVIÇO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865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8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TELA-069 · Editar ordem de serviço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ORDENS DE SERVIÇO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866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s-edit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320" y="1261872"/>
            <a:ext cx="4610039" cy="501091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Revisar e atualizar dados existentes, preservando vínculos e regras de autorização.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Ordens de serviço pelo menu e siga para `/ordens-servico/1/editar/`;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para corrigir ou complementar um registro já existente, dentro das permissões da área.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Conecta planejamento, servidores e execução da viagem.</a:t>
            </a:r>
          </a:p>
        </p:txBody>
      </p:sp>
    </p:spTree>
  </p:cSld>
  <p:clrMapOvr>
    <a:masterClrMapping/>
  </p:clrMapOvr>
</p:sld>
</file>

<file path=ppt/slides/slide8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Editar ordem de serviço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ORDENS DE SERVIÇO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867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s-edit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150" y="1234440"/>
            <a:ext cx="4677338" cy="50840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Etapa e 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identifica registro, sequência e pendências.</a:t>
            </a:r>
          </a:p>
        </p:txBody>
      </p:sp>
      <p:sp>
        <p:nvSpPr>
          <p:cNvPr id="15" name="Oval 14"/>
          <p:cNvSpPr/>
          <p:nvPr/>
        </p:nvSpPr>
        <p:spPr>
          <a:xfrm>
            <a:off x="2109169" y="149083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9169" y="150455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11505" y="1692005"/>
            <a:ext cx="5791247" cy="118507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Campos principais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Preencha os dados visíveis e observe obrigatoriedades.</a:t>
            </a:r>
          </a:p>
        </p:txBody>
      </p:sp>
      <p:sp>
        <p:nvSpPr>
          <p:cNvPr id="23" name="Oval 22"/>
          <p:cNvSpPr/>
          <p:nvPr/>
        </p:nvSpPr>
        <p:spPr>
          <a:xfrm>
            <a:off x="3325276" y="296521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25276" y="297893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727612" y="3035808"/>
            <a:ext cx="4575140" cy="13057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Dependências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Escolhas podem revelar, bloquear ou preencher outros campos.</a:t>
            </a:r>
          </a:p>
        </p:txBody>
      </p:sp>
      <p:sp>
        <p:nvSpPr>
          <p:cNvPr id="31" name="Oval 30"/>
          <p:cNvSpPr/>
          <p:nvPr/>
        </p:nvSpPr>
        <p:spPr>
          <a:xfrm>
            <a:off x="4775251" y="4287072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75251" y="4300788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177587" y="4261104"/>
            <a:ext cx="3125165" cy="22713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Continuidade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Salvar ou avançar valida os dados e conduz ao próximo estado.</a:t>
            </a:r>
          </a:p>
        </p:txBody>
      </p:sp>
      <p:sp>
        <p:nvSpPr>
          <p:cNvPr id="39" name="Oval 38"/>
          <p:cNvSpPr/>
          <p:nvPr/>
        </p:nvSpPr>
        <p:spPr>
          <a:xfrm>
            <a:off x="5757492" y="540556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57492" y="541928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6159828" y="5486400"/>
            <a:ext cx="2142924" cy="120335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21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ORDENS DE SERVIÇO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868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Ofícios vinculados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de documentos   ·   Preenchimento: Ofícios da área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Reutiliza participantes, transporte, roteiro e evento quando houver vínculo.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Tipo de necessidade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Opções predefinidas   ·   Obrigatório: Sim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Controla o contexto e pode escolher variante do documento.</a:t>
            </a:r>
          </a:p>
        </p:txBody>
      </p:sp>
    </p:spTree>
  </p:cSld>
  <p:clrMapOvr>
    <a:masterClrMapping/>
  </p:clrMapOvr>
</p:sld>
</file>

<file path=ppt/slides/slide8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21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ORDENS DE SERVIÇO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869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Modelo de motivo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longo   ·   Preenchimento: Manual ou sugerido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Registra a finalidade da ordem.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Motivo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longo   ·   Preenchimento: Manual ou sugerido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Registra a finalidade da ordem.</a:t>
            </a:r>
          </a:p>
        </p:txBody>
      </p:sp>
    </p:spTree>
  </p:cSld>
  <p:clrMapOvr>
    <a:masterClrMapping/>
  </p:clrMapOvr>
</p:sld>
</file>

<file path=ppt/slides/slide8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21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ORDENS DE SERVIÇO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870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Data de início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Data de fim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8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21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ORDENS DE SERVIÇO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871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Cidade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8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21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ORDENS DE SERVIÇO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872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Destinos extras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Estado/Cidade repetível   ·   Preenchimento: Base geográfica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Normaliza o destino principal e extras.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Servidores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múltipla   ·   Preenchimento: Servidores da área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Define a equipe da ordem.</a:t>
            </a:r>
          </a:p>
        </p:txBody>
      </p:sp>
    </p:spTree>
  </p:cSld>
  <p:clrMapOvr>
    <a:masterClrMapping/>
  </p:clrMapOvr>
</p:sld>
</file>

<file path=ppt/slides/slide8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11–12 de 21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ORDENS DE SERVIÇO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873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Função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por servidor   ·   Preenchimento: Condução, técnico, apoio, coordenação ou preparação   ·   Obrigatório: Condicional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Só aceita função para servidor efetivamente selecionado.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Número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8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13–14 de 21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ORDENS DE SERVIÇO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874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Gerenciar modelos de motivo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Adicionar destino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validação deste estado e persiste somente os dados próprios da etapa quando a pessoa tem permissão.</a:t>
            </a:r>
          </a:p>
        </p:txBody>
      </p:sp>
    </p:spTree>
  </p:cSld>
  <p:clrMapOvr>
    <a:masterClrMapping/>
  </p:clrMapOvr>
</p:sld>
</file>

<file path=ppt/slides/slide8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15–16 de 21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ORDENS DE SERVIÇO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Remover destino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Reordenar destinos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Muda somente a apresentação ou os critérios da tela; não modifica o cadastro persistido.</a:t>
            </a:r>
          </a:p>
        </p:txBody>
      </p:sp>
    </p:spTree>
  </p:cSld>
  <p:clrMapOvr>
    <a:masterClrMapping/>
  </p:clrMapOvr>
</p:sld>
</file>

<file path=ppt/slides/slide8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17–18 de 21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ORDENS DE SERVIÇO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876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Salvar ordem de serviço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Valida período, equipe e vínculos antes de persistir.</a:t>
            </a:r>
          </a:p>
        </p:txBody>
      </p:sp>
    </p:spTree>
  </p:cSld>
  <p:clrMapOvr>
    <a:masterClrMapping/>
  </p:clrMapOvr>
</p:sld>
</file>

<file path=ppt/slides/slide8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19–20 de 21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ORDENS DE SERVIÇO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877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Visualizar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Baixar 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Produz ou entrega o artefato indicado somente após as validações e condições funcionais aplicáveis.</a:t>
            </a:r>
          </a:p>
        </p:txBody>
      </p:sp>
    </p:spTree>
  </p:cSld>
  <p:clrMapOvr>
    <a:masterClrMapping/>
  </p:clrMapOvr>
</p:sld>
</file>

<file path=ppt/slides/slide8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21–21 de 21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ORDENS DE SERVIÇO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878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Baixar DOCX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Produz ou entrega o artefato indicado somente após as validações e condições funcionais aplicáveis.</a:t>
            </a:r>
          </a:p>
        </p:txBody>
      </p:sp>
    </p:spTree>
  </p:cSld>
  <p:clrMapOvr>
    <a:masterClrMapping/>
  </p:clrMapOvr>
</p:sld>
</file>

<file path=ppt/slides/slide8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TELA-069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7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ORDENS DE SERVIÇO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879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Ordem escolhe tipo de necessidade → opções incluem padrão, operação com retorno posterior, caminhão, micro-ônibus e cerimonial antecipado → template/contexto pode variar por necessidade.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Servidores da ordem recebem função → escolhas são condução, técnico, apoio, coordenação e preparação; mapa JSON guarda função por servidor → documento descreve atribuições.</a:t>
            </a:r>
          </a:p>
        </p:txBody>
      </p:sp>
    </p:spTree>
  </p:cSld>
  <p:clrMapOvr>
    <a:masterClrMapping/>
  </p:clrMapOvr>
</p:sld>
</file>

<file path=ppt/slides/slide8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TELA-069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7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ORDENS DE SERVIÇO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880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Função é informada para servidor fora da seleção ou função inválida → limpeza do formulário rejeita/corrige → JSON não referencia equipe inexistente.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Período da ordem é preenchido → fim não pode anteceder início; destinos extras são normalizados → ordem mantém período/documento coerente.</a:t>
            </a:r>
          </a:p>
        </p:txBody>
      </p:sp>
    </p:spTree>
  </p:cSld>
  <p:clrMapOvr>
    <a:masterClrMapping/>
  </p:clrMapOvr>
</p:sld>
</file>

<file path=ppt/slides/slide8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TELA-069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5–6 de 7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ORDENS DE SERVIÇO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881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Ordem precisa de número → sequência anual por área é única; lacunas liberadas por exclusão são registradas → numeração suporta concorrência/reuso controlado.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Ordem possui ofícios vinculados → contexto reutiliza participantes, transporte, roteiro/evento; sem vínculo, campos próprios sustentam o documento → entidade pode ser derivada ou independente.</a:t>
            </a:r>
          </a:p>
        </p:txBody>
      </p:sp>
    </p:spTree>
  </p:cSld>
  <p:clrMapOvr>
    <a:masterClrMapping/>
  </p:clrMapOvr>
</p:sld>
</file>

<file path=ppt/slides/slide8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TELA-069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7–7 de 7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ORDENS DE SERVIÇO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882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Documento da ordem é solicitado → DOCX/PDF usam template padrão ou ordem_servico_modelos.docx conforme regra de template → resposta passa por cache/persistência documental.</a:t>
            </a:r>
          </a:p>
        </p:txBody>
      </p:sp>
    </p:spTree>
  </p:cSld>
  <p:clrMapOvr>
    <a:masterClrMapping/>
  </p:clrMapOvr>
</p:sld>
</file>

<file path=ppt/slides/slide8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TELA-069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ORDENS DE SERVIÇO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883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401 JSON para sessão expirada em AJAX/API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9560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8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TELA-070 · Nova ordem de serviço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ORDENS DE SERVIÇO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884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s-nov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793" y="1261872"/>
            <a:ext cx="4635093" cy="501091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Cadastrar um novo registro com validações de formato, obrigatoriedade e coerência de domínio.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Ordens de serviço pelo menu e siga para `/ordens-servico/nova/`;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ainda não existe um registro para o processo que será iniciado.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Conecta planejamento, servidores e execução da viagem.</a:t>
            </a:r>
          </a:p>
        </p:txBody>
      </p:sp>
    </p:spTree>
  </p:cSld>
  <p:clrMapOvr>
    <a:masterClrMapping/>
  </p:clrMapOvr>
</p:sld>
</file>

<file path=ppt/slides/slide8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Nova ordem de serviço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ORDENS DE SERVIÇO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885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s-nov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3440" y="1234440"/>
            <a:ext cx="4702759" cy="50840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Navegação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mantém área, usuário, tema e caminhos do módulo.</a:t>
            </a:r>
          </a:p>
        </p:txBody>
      </p:sp>
      <p:sp>
        <p:nvSpPr>
          <p:cNvPr id="15" name="Oval 14"/>
          <p:cNvSpPr/>
          <p:nvPr/>
        </p:nvSpPr>
        <p:spPr>
          <a:xfrm>
            <a:off x="2098492" y="149083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98492" y="150455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00828" y="1692005"/>
            <a:ext cx="5801924" cy="118507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Conteúdo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 região central apresenta dados e controles da finalidade atual.</a:t>
            </a:r>
          </a:p>
        </p:txBody>
      </p:sp>
      <p:sp>
        <p:nvSpPr>
          <p:cNvPr id="23" name="Oval 22"/>
          <p:cNvSpPr/>
          <p:nvPr/>
        </p:nvSpPr>
        <p:spPr>
          <a:xfrm>
            <a:off x="3321210" y="296521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21210" y="297893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723546" y="3035808"/>
            <a:ext cx="4579206" cy="13057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Avisos, badges e etapas mostram o andamento do processo.</a:t>
            </a:r>
          </a:p>
        </p:txBody>
      </p:sp>
      <p:sp>
        <p:nvSpPr>
          <p:cNvPr id="31" name="Oval 30"/>
          <p:cNvSpPr/>
          <p:nvPr/>
        </p:nvSpPr>
        <p:spPr>
          <a:xfrm>
            <a:off x="4779065" y="4287072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79065" y="4300788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181401" y="4261104"/>
            <a:ext cx="3121351" cy="22713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Os comandos disponíveis dependem do estado e da autorização.</a:t>
            </a:r>
          </a:p>
        </p:txBody>
      </p:sp>
      <p:sp>
        <p:nvSpPr>
          <p:cNvPr id="39" name="Oval 38"/>
          <p:cNvSpPr/>
          <p:nvPr/>
        </p:nvSpPr>
        <p:spPr>
          <a:xfrm>
            <a:off x="5766644" y="540556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66644" y="541928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6168980" y="5486400"/>
            <a:ext cx="2133772" cy="120335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TELA-070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ORDENS DE SERVIÇO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886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Ofícios vinculados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de documentos   ·   Preenchimento: Ofícios da área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Reutiliza participantes, transporte, roteiro e evento quando houver vínculo.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Tipo de necessidade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Opções predefinidas   ·   Obrigatório: Sim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Controla o contexto e pode escolher variante do documento.</a:t>
            </a:r>
          </a:p>
        </p:txBody>
      </p:sp>
    </p:spTree>
  </p:cSld>
  <p:clrMapOvr>
    <a:masterClrMapping/>
  </p:clrMapOvr>
</p:sld>
</file>

<file path=ppt/slides/slide8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TELA-070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ORDENS DE SERVIÇO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887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Modelo de motivo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longo   ·   Preenchimento: Manual ou sugerido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Registra a finalidade da ordem.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Motivo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longo   ·   Preenchimento: Manual ou sugerido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Registra a finalidade da ordem.</a:t>
            </a:r>
          </a:p>
        </p:txBody>
      </p:sp>
    </p:spTree>
  </p:cSld>
  <p:clrMapOvr>
    <a:masterClrMapping/>
  </p:clrMapOvr>
</p:sld>
</file>

<file path=ppt/slides/slide8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TELA-070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ORDENS DE SERVIÇO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888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Data de início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Data de fim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8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TELA-070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ORDENS DE SERVIÇO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889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Cidade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8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TELA-070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ORDENS DE SERVIÇO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890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Destinos extras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Estado/Cidade repetível   ·   Preenchimento: Base geográfica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Normaliza o destino principal e extras.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Servidores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múltipla   ·   Preenchimento: Servidores da área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Define a equipe da ordem.</a:t>
            </a:r>
          </a:p>
        </p:txBody>
      </p:sp>
    </p:spTree>
  </p:cSld>
  <p:clrMapOvr>
    <a:masterClrMapping/>
  </p:clrMapOvr>
</p:sld>
</file>

<file path=ppt/slides/slide8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TELA-070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11–12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ORDENS DE SERVIÇO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891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Função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por servidor   ·   Preenchimento: Condução, técnico, apoio, coordenação ou preparação   ·   Obrigatório: Condicional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Só aceita função para servidor efetivamente selecionado.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Número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8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TELA-070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13–14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ORDENS DE SERVIÇO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892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Gerenciar modelos de motivo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Adicionar destino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validação deste estado e persiste somente os dados próprios da etapa quando a pessoa tem permissão.</a:t>
            </a:r>
          </a:p>
        </p:txBody>
      </p:sp>
    </p:spTree>
  </p:cSld>
  <p:clrMapOvr>
    <a:masterClrMapping/>
  </p:clrMapOvr>
</p:sld>
</file>

<file path=ppt/slides/slide8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TELA-070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15–16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ORDENS DE SERVIÇO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893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Remover destino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Reordenar destinos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Muda somente a apresentação ou os critérios da tela; não modifica o cadastro persistido.</a:t>
            </a:r>
          </a:p>
        </p:txBody>
      </p:sp>
    </p:spTree>
  </p:cSld>
  <p:clrMapOvr>
    <a:masterClrMapping/>
  </p:clrMapOvr>
</p:sld>
</file>

<file path=ppt/slides/slide8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TELA-070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17–18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ORDENS DE SERVIÇO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894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Salvar ordem de serviço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Valida período, equipe e vínculos antes de persistir.</a:t>
            </a:r>
          </a:p>
        </p:txBody>
      </p:sp>
    </p:spTree>
  </p:cSld>
  <p:clrMapOvr>
    <a:masterClrMapping/>
  </p:clrMapOvr>
</p:sld>
</file>

<file path=ppt/slides/slide8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TELA-070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7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ORDENS DE SERVIÇO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895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Ordem escolhe tipo de necessidade → opções incluem padrão, operação com retorno posterior, caminhão, micro-ônibus e cerimonial antecipado → template/contexto pode variar por necessidade.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Servidores da ordem recebem função → escolhas são condução, técnico, apoio, coordenação e preparação; mapa JSON guarda função por servidor → documento descreve atribuições.</a:t>
            </a:r>
          </a:p>
        </p:txBody>
      </p:sp>
    </p:spTree>
  </p:cSld>
  <p:clrMapOvr>
    <a:masterClrMapping/>
  </p:clrMapOvr>
</p:sld>
</file>

<file path=ppt/slides/slide8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TELA-070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7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ORDENS DE SERVIÇO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896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Função é informada para servidor fora da seleção ou função inválida → limpeza do formulário rejeita/corrige → JSON não referencia equipe inexistente.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Período da ordem é preenchido → fim não pode anteceder início; destinos extras são normalizados → ordem mantém período/documento coerente.</a:t>
            </a:r>
          </a:p>
        </p:txBody>
      </p:sp>
    </p:spTree>
  </p:cSld>
  <p:clrMapOvr>
    <a:masterClrMapping/>
  </p:clrMapOvr>
</p:sld>
</file>

<file path=ppt/slides/slide8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TELA-070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5–6 de 7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ORDENS DE SERVIÇO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897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Ordem precisa de número → sequência anual por área é única; lacunas liberadas por exclusão são registradas → numeração suporta concorrência/reuso controlado.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Ordem possui ofícios vinculados → contexto reutiliza participantes, transporte, roteiro/evento; sem vínculo, campos próprios sustentam o documento → entidade pode ser derivada ou independente.</a:t>
            </a:r>
          </a:p>
        </p:txBody>
      </p:sp>
    </p:spTree>
  </p:cSld>
  <p:clrMapOvr>
    <a:masterClrMapping/>
  </p:clrMapOvr>
</p:sld>
</file>

<file path=ppt/slides/slide8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TELA-070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7–7 de 7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ORDENS DE SERVIÇO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898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Documento da ordem é solicitado → DOCX/PDF usam template padrão ou ordem_servico_modelos.docx conforme regra de template → resposta passa por cache/persistência documental.</a:t>
            </a:r>
          </a:p>
        </p:txBody>
      </p:sp>
    </p:spTree>
  </p:cSld>
  <p:clrMapOvr>
    <a:masterClrMapping/>
  </p:clrMapOvr>
</p:sld>
</file>

<file path=ppt/slides/slide8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TELA-070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ORDENS DE SERVIÇO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899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401 JSON para sessão expirada em AJAX/API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9560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9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731520"/>
            <a:ext cx="960120" cy="960120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768096"/>
            <a:ext cx="960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071A33"/>
                </a:solidFill>
                <a:latin typeface="Aptos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Prestação de contas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27248"/>
            <a:ext cx="9875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C5D7E5"/>
                </a:solidFill>
                <a:latin typeface="Aptos"/>
              </a:rPr>
              <a:t>Registrar o realizado, comprovar despesas e consolidar o encerramento da viagem.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5138928"/>
            <a:ext cx="2834640" cy="109728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900</a:t>
            </a:r>
          </a:p>
        </p:txBody>
      </p:sp>
    </p:spTree>
  </p:cSld>
  <p:clrMapOvr>
    <a:masterClrMapping/>
  </p:clrMapOvr>
</p:sld>
</file>

<file path=ppt/slides/slide9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Prestação de contas · visão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Objetivo, entradas, saídas e relações antes das páginas detalhadas.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VISÃO DOS MÓDULOS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57800" cy="123444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OBJETIVO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773936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Registrar o realizado, comprovar despesas e consolidar o encerramento da viagem.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298448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453895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FUNÇÕES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773936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Relatório técnico, diário, motorista, roteiro realizado, anexos, carimbo e consolidado.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2825496"/>
            <a:ext cx="5257800" cy="123444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2980944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ENTRADAS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300984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Resultados, atividades, ocorrências, trechos realizados e comprovantes.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2825496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980944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SAÍDAS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300984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Relatório técnico, diário de bordo e PDF consolidado.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4443984"/>
            <a:ext cx="5349240" cy="123444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4599432"/>
            <a:ext cx="4892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RELAÇÕES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919472"/>
            <a:ext cx="4892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Fecha o ciclo iniciado no ofício e reutiliza roteiro, viajantes e documentos.</a:t>
            </a:r>
          </a:p>
        </p:txBody>
      </p:sp>
    </p:spTree>
  </p:cSld>
  <p:clrMapOvr>
    <a:masterClrMapping/>
  </p:clrMapOvr>
</p:sld>
</file>

<file path=ppt/slides/slide9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TELA-071 · Prestação — consolidado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902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estacao-consolida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8069"/>
            <a:ext cx="6720840" cy="431851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Executar a etapa operacional de prestação de contas indicada pelo título, com feedback de validação e estado.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Prestação de contas pelo menu e siga para `/prestacoes-contas/servidor-prestacao/1/consolidado/`;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o processo alcançar esta etapa ou quando for necessário revisar o estado correspondente.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Fecha o ciclo iniciado no ofício e reutiliza roteiro, viajantes e documentos.</a:t>
            </a:r>
          </a:p>
        </p:txBody>
      </p:sp>
    </p:spTree>
  </p:cSld>
  <p:clrMapOvr>
    <a:masterClrMapping/>
  </p:clrMapOvr>
</p:sld>
</file>

<file path=ppt/slides/slide9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Prestação — consolidado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903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estacao-consolida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52814"/>
            <a:ext cx="7543800" cy="484731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Navegação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mantém área, usuário, tema e caminhos do módulo.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5879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016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307592" y="1789072"/>
            <a:ext cx="6995160" cy="2144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Conteúdo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 região central apresenta dados e controles da finalidade atual.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2993625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07341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58985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Avisos, badges e etapas mostram o andamento do processo.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5392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6764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93991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Os comandos disponíveis dependem do estado e da autorização.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32033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33405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7191755" y="5486400"/>
            <a:ext cx="1110997" cy="3510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TELA-071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Documentos por servidor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Relatório técnico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9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TELA-071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Diário de bordo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Comprovantes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9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TELA-071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Situação do pacote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9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TELA-071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Visualizar documento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Baixar por servidor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Produz ou entrega o artefato indicado somente após as validações e condições funcionais aplicáveis.</a:t>
            </a:r>
          </a:p>
        </p:txBody>
      </p:sp>
    </p:spTree>
  </p:cSld>
  <p:clrMapOvr>
    <a:masterClrMapping/>
  </p:clrMapOvr>
</p:sld>
</file>

<file path=ppt/slides/slide9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TELA-071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9–9 de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Baixar compilado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Produz ou entrega o artefato indicado somente após as validações e condições funcionais aplicáveis.</a:t>
            </a:r>
          </a:p>
        </p:txBody>
      </p:sp>
    </p:spTree>
  </p:cSld>
  <p:clrMapOvr>
    <a:masterClrMapping/>
  </p:clrMapOvr>
</p:sld>
</file>

<file path=ppt/slides/slide9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TELA-071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14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Servidor começa a editar → status individual passa de pendente para em preenchimento; opções adicionais são enviada, aprovada e reprovada → acompanhamento é por servidor.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Arquivar/finalizar é acionado → cada POST alterna a flag e grava/remove timestamp; flags são independentes do status → duplo acionamento desfaz a ação.</a:t>
            </a:r>
          </a:p>
        </p:txBody>
      </p:sp>
    </p:spTree>
  </p:cSld>
  <p:clrMapOvr>
    <a:masterClrMapping/>
  </p:clrMapOvr>
</p:sld>
</file>

<file path=ppt/slides/slide9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TELA-071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14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Finalizar é acionado → não há pré-condição documental no endpoint, apenas alternância → conclusão é decisão operacional.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Valor recebido é informado → deve ser positivo e nunca superar o valor liberado por servidor; menor é aceito com observação separada → relatório mostra override (ex.: saque sem centavos).</a:t>
            </a:r>
          </a:p>
        </p:txBody>
      </p:sp>
    </p:spTree>
  </p:cSld>
  <p:clrMapOvr>
    <a:masterClrMapping/>
  </p:clrMapOvr>
</p:sld>
</file>

<file path=ppt/slides/slide9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TELA-071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5–6 de 14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Data de liberação e prazo de saque são informados → datas ISO são validadas e prazo não pode anteceder liberação → lote/autosave usam mesma persistência.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Número de solicitação muda → recarimbo do ofício assinado é agendado depois do commit e deduplicado por ofício → PDF não fica com número antigo nem é refeito N vezes.</a:t>
            </a:r>
          </a:p>
        </p:txBody>
      </p:sp>
    </p:spTree>
  </p:cSld>
  <p:clrMapOvr>
    <a:masterClrMapping/>
  </p:clrMapOvr>
</p:sld>
</file>

<file path=ppt/slides/slide9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TELA-071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7–8 de 14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Anexo assinado é substituído/excluído → linha muda dentro da transação e arquivos antigos são apagados somente em on_commit → rollback não deixa linha apontando para arquivo destruído.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Ofício assinado recebe carimbos → arquivo original cru é preservado; posições são por página/servidor, únicas, e ajuste manual não é recalculado → recarimbo sempre parte da origem.</a:t>
            </a:r>
          </a:p>
        </p:txBody>
      </p:sp>
    </p:spTree>
  </p:cSld>
  <p:clrMapOvr>
    <a:masterClrMapping/>
  </p:clrMapOvr>
</p:sld>
</file>

<file path=ppt/slides/slide9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TELA-071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9–10 de 14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RT é aberto/salvo → valores padrão são derivados do ofício/roteiro/configuração; texto e overrides são persistidos numa transação → autosave e POST tradicional têm mesma regra.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RT é gerado → template relatorio-tecnico.docx recebe contexto do ofício, servidor, custos e textos; formatos DOCX/PDF disponíveis → arquivo é individual por servidor.</a:t>
            </a:r>
          </a:p>
        </p:txBody>
      </p:sp>
    </p:spTree>
  </p:cSld>
  <p:clrMapOvr>
    <a:masterClrMapping/>
  </p:clrMapOvr>
</p:sld>
</file>

<file path=ppt/slides/slide9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TELA-071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11–12 de 14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Diário é exportado → XLSX usa diario_bordo.xlsx; PDF deriva da planilha por motor disponível → formatos são XLSX e PDF, não DOCX/ODT.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PDF final consolidado é solicitado → pendências exigem peças obrigatórias (incluindo documentos assinados conforme fluxo); se houver pendência, geração é recusada → usuário recebe lista acionável.</a:t>
            </a:r>
          </a:p>
        </p:txBody>
      </p:sp>
    </p:spTree>
  </p:cSld>
  <p:clrMapOvr>
    <a:masterClrMapping/>
  </p:clrMapOvr>
</p:sld>
</file>

<file path=ppt/slides/slide9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TELA-071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13–14 de 14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Anexo para consolidação é PDF/PNG/JPG/JPEG → imagem é convertida a PDF; outros formatos ou PDF sem páginas falham → mesclagem só aceita conteúdo legível.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Documento tem versão assinada válida → download usa assinada; senão gera a origem atual → assinatura prevalece sem eliminar fallback.</a:t>
            </a:r>
          </a:p>
        </p:txBody>
      </p:sp>
    </p:spTree>
  </p:cSld>
  <p:clrMapOvr>
    <a:masterClrMapping/>
  </p:clrMapOvr>
</p:sld>
</file>

<file path=ppt/slides/slide9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TELA-071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401 JSON para sessão expirada em AJAX/API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9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TELA-072 · Prestação — diário de bordo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917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estacao-diar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753" y="1261872"/>
            <a:ext cx="5981172" cy="501091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Executar a etapa operacional de prestação de contas indicada pelo título, com feedback de validação e estado.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Prestação de contas pelo menu e siga para `/prestacoes-contas/servidor-prestacao/1/diario/`;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o processo alcançar esta etapa ou quando for necessário revisar o estado correspondente.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Fecha o ciclo iniciado no ofício e reutiliza roteiro, viajantes e documentos.</a:t>
            </a:r>
          </a:p>
        </p:txBody>
      </p:sp>
    </p:spTree>
  </p:cSld>
  <p:clrMapOvr>
    <a:masterClrMapping/>
  </p:clrMapOvr>
</p:sld>
</file>

<file path=ppt/slides/slide9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Prestação — diário de bordo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918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estacao-diar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575" y="1234440"/>
            <a:ext cx="6068488" cy="50840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Navegação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mantém área, usuário, tema e caminhos do módulo.</a:t>
            </a:r>
          </a:p>
        </p:txBody>
      </p:sp>
      <p:sp>
        <p:nvSpPr>
          <p:cNvPr id="15" name="Oval 14"/>
          <p:cNvSpPr/>
          <p:nvPr/>
        </p:nvSpPr>
        <p:spPr>
          <a:xfrm>
            <a:off x="1524886" y="149083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24886" y="150455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7222" y="1692005"/>
            <a:ext cx="6375530" cy="118507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Conteúdo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 região central apresenta dados e controles da finalidade atual.</a:t>
            </a:r>
          </a:p>
        </p:txBody>
      </p:sp>
      <p:sp>
        <p:nvSpPr>
          <p:cNvPr id="23" name="Oval 22"/>
          <p:cNvSpPr/>
          <p:nvPr/>
        </p:nvSpPr>
        <p:spPr>
          <a:xfrm>
            <a:off x="3102692" y="296521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2692" y="297893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505028" y="3035808"/>
            <a:ext cx="4797724" cy="13057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Avisos, badges e etapas mostram o andamento do processo.</a:t>
            </a:r>
          </a:p>
        </p:txBody>
      </p:sp>
      <p:sp>
        <p:nvSpPr>
          <p:cNvPr id="31" name="Oval 30"/>
          <p:cNvSpPr/>
          <p:nvPr/>
        </p:nvSpPr>
        <p:spPr>
          <a:xfrm>
            <a:off x="4983924" y="4287072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83924" y="4300788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386260" y="4261104"/>
            <a:ext cx="2916492" cy="22713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Os comandos disponíveis dependem do estado e da autorização.</a:t>
            </a:r>
          </a:p>
        </p:txBody>
      </p:sp>
      <p:sp>
        <p:nvSpPr>
          <p:cNvPr id="39" name="Oval 38"/>
          <p:cNvSpPr/>
          <p:nvPr/>
        </p:nvSpPr>
        <p:spPr>
          <a:xfrm>
            <a:off x="6258306" y="540556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58306" y="541928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6660642" y="5486400"/>
            <a:ext cx="1642110" cy="120335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Origem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Destino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9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Data e hora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KM inicial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Número   ·   Preenchimento: Manual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Remove caracteres não numéricos e persiste por trecho.</a:t>
            </a:r>
          </a:p>
        </p:txBody>
      </p:sp>
    </p:spTree>
  </p:cSld>
  <p:clrMapOvr>
    <a:masterClrMapping/>
  </p:clrMapOvr>
</p:sld>
</file>

<file path=ppt/slides/slide9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KM final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Número   ·   Preenchimento: Manual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Deve ser igual ou superior ao KM inicial e persiste por trecho.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Necessidade de abastecimento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Sim/Não   ·   Preenchimento: Manual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Registra a necessidade por trecho e preserva o dado durante sincronizações compatíveis.</a:t>
            </a:r>
          </a:p>
        </p:txBody>
      </p:sp>
    </p:spTree>
  </p:cSld>
  <p:clrMapOvr>
    <a:masterClrMapping/>
  </p:clrMapOvr>
</p:sld>
</file>

<file path=ppt/slides/slide9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Motorista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Viatura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9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Trocar motorista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Editar trechos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9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11–12 de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Definir roteiro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Visualizar 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9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13–14 de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Baixar 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Produz ou entrega o artefato indicado somente após as validações e condições funcionais aplicáveis.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Baixar XLSX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Produz ou entrega o artefato indicado somente após as validações e condições funcionais aplicáveis.</a:t>
            </a:r>
          </a:p>
        </p:txBody>
      </p:sp>
    </p:spTree>
  </p:cSld>
  <p:clrMapOvr>
    <a:masterClrMapping/>
  </p:clrMapOvr>
</p:sld>
</file>

<file path=ppt/slides/slide9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15–16 de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 ao relatório técnico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Salvar e avançar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validação deste estado e persiste somente os dados próprios da etapa quando a pessoa tem permissão.</a:t>
            </a:r>
          </a:p>
        </p:txBody>
      </p:sp>
    </p:spTree>
  </p:cSld>
  <p:clrMapOvr>
    <a:masterClrMapping/>
  </p:clrMapOvr>
</p:sld>
</file>

<file path=ppt/slides/slide9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TELA-072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Servidor começa a editar → status individual passa de pendente para em preenchimento; opções adicionais são enviada, aprovada e reprovada → acompanhamento é por servidor.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Valor recebido é informado → deve ser positivo e nunca superar o valor liberado por servidor; menor é aceito com observação separada → relatório mostra override (ex.: saque sem centavos).</a:t>
            </a:r>
          </a:p>
        </p:txBody>
      </p:sp>
    </p:spTree>
  </p:cSld>
  <p:clrMapOvr>
    <a:masterClrMapping/>
  </p:clrMapOvr>
</p:sld>
</file>

<file path=ppt/slides/slide9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TELA-072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Prestação precisa de diário → roteiro original é clonado somente quando ajuste é necessário; diferenças são comparadas → alterações de prestação não modificam roteiro do ofício.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Diário sincroniza trechos → reaproveita linhas para preservar KM/abastecimento e impõe ordem única → mudança de roteiro não apaga edição compatível.</a:t>
            </a:r>
          </a:p>
        </p:txBody>
      </p:sp>
    </p:spTree>
  </p:cSld>
  <p:clrMapOvr>
    <a:masterClrMapping/>
  </p:clrMapOvr>
</p:sld>
</file>

<file path=ppt/slides/slide9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TELA-072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5–6 de 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KM inicial/final são preenchidos → final deve ser ≥ inicial; igualdade é aceita → rodagem negativa não entra no diário.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Motorista do diário é alterado → pode manter o do ofício, escolher servidor do mesmo ofício ou referenciar outro ofício; mudança é local à prestação → ofício original não muda.</a:t>
            </a:r>
          </a:p>
        </p:txBody>
      </p:sp>
    </p:spTree>
  </p:cSld>
  <p:clrMapOvr>
    <a:masterClrMapping/>
  </p:clrMapOvr>
</p:sld>
</file>

<file path=ppt/slides/slide9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TELA-072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7–8 de 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Viatura do diário é alterada → pode manter ofício, escolher cadastro ou preencher manualmente; alteração é independente do motorista → cabeçalho do diário usa override local.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Diário é exportado → XLSX usa diario_bordo.xlsx; PDF deriva da planilha por motor disponível → formatos são XLSX e PDF, não DOCX/ODT.</a:t>
            </a:r>
          </a:p>
        </p:txBody>
      </p:sp>
    </p:spTree>
  </p:cSld>
  <p:clrMapOvr>
    <a:masterClrMapping/>
  </p:clrMapOvr>
</p:sld>
</file>

<file path=ppt/slides/slide9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TELA-072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401 JSON para sessão expirada em AJAX/API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9560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9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TELA-073 · Prestação — documentos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932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estacao-document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09" y="1261872"/>
            <a:ext cx="6359660" cy="501091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Gerar, anexar, consultar ou acompanhar documentos derivados do processo de viagem.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Prestação de contas pelo menu e siga para `/prestacoes-contas/servidor-prestacao/1/documentos/`;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o processo alcançar esta etapa ou quando for necessário revisar o estado correspondente.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Fecha o ciclo iniciado no ofício e reutiliza roteiro, viajantes e documentos.</a:t>
            </a:r>
          </a:p>
        </p:txBody>
      </p:sp>
    </p:spTree>
  </p:cSld>
  <p:clrMapOvr>
    <a:masterClrMapping/>
  </p:clrMapOvr>
</p:sld>
</file>

<file path=ppt/slides/slide9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Prestação — documentos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933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estacao-document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569" y="1234440"/>
            <a:ext cx="6452501" cy="50840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Navegação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mantém área, usuário, tema e caminhos do módulo.</a:t>
            </a:r>
          </a:p>
        </p:txBody>
      </p:sp>
      <p:sp>
        <p:nvSpPr>
          <p:cNvPr id="15" name="Oval 14"/>
          <p:cNvSpPr/>
          <p:nvPr/>
        </p:nvSpPr>
        <p:spPr>
          <a:xfrm>
            <a:off x="1363601" y="149083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63601" y="150455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765937" y="1692005"/>
            <a:ext cx="6536815" cy="118507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Conteúdo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 região central apresenta dados e controles da finalidade atual.</a:t>
            </a:r>
          </a:p>
        </p:txBody>
      </p:sp>
      <p:sp>
        <p:nvSpPr>
          <p:cNvPr id="23" name="Oval 22"/>
          <p:cNvSpPr/>
          <p:nvPr/>
        </p:nvSpPr>
        <p:spPr>
          <a:xfrm>
            <a:off x="3041251" y="296521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1251" y="297893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443587" y="3035808"/>
            <a:ext cx="4859165" cy="13057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Avisos, badges e etapas mostram o andamento do processo.</a:t>
            </a:r>
          </a:p>
        </p:txBody>
      </p:sp>
      <p:sp>
        <p:nvSpPr>
          <p:cNvPr id="31" name="Oval 30"/>
          <p:cNvSpPr/>
          <p:nvPr/>
        </p:nvSpPr>
        <p:spPr>
          <a:xfrm>
            <a:off x="5041526" y="4287072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1526" y="4300788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443862" y="4261104"/>
            <a:ext cx="2858890" cy="22713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Os comandos disponíveis dependem do estado e da autorização.</a:t>
            </a:r>
          </a:p>
        </p:txBody>
      </p:sp>
      <p:sp>
        <p:nvSpPr>
          <p:cNvPr id="39" name="Oval 38"/>
          <p:cNvSpPr/>
          <p:nvPr/>
        </p:nvSpPr>
        <p:spPr>
          <a:xfrm>
            <a:off x="6396551" y="540556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96551" y="541928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6798887" y="5486400"/>
            <a:ext cx="1503865" cy="120335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Número da solicitação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  ·   Preenchimento: Manual/autosave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Atualiza o servidor e agenda recarimbo do ofício assinado após o commit.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Despacho assinado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9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Comprovantes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Arquivos   ·   Preenchimento: Manual   ·   Obrigatório: Conforme o fluxo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Uploads validados são associados ao servidor e só apagam versões antigas após a confirmação da transação.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Relatório técnico assinado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9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Diário assinado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Escolher arquivos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9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Pré-visualizar seleção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Remover seleção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</p:spTree>
  </p:cSld>
  <p:clrMapOvr>
    <a:masterClrMapping/>
  </p:clrMapOvr>
</p:sld>
</file>

<file path=ppt/slides/slide9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Anexar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arquivo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9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11–12 de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939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Remover arquivo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Ajustar posição do carimbo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9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13–14 de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Finalizar ou arquivar prestação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Ir ao Consolidado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9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TELA-073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30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Servidor começa a editar → status individual passa de pendente para em preenchimento; opções adicionais são enviada, aprovada e reprovada → acompanhamento é por servidor.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Arquivar/finalizar é acionado → cada POST alterna a flag e grava/remove timestamp; flags são independentes do status → duplo acionamento desfaz a ação.</a:t>
            </a:r>
          </a:p>
        </p:txBody>
      </p:sp>
    </p:spTree>
  </p:cSld>
  <p:clrMapOvr>
    <a:masterClrMapping/>
  </p:clrMapOvr>
</p:sld>
</file>

<file path=ppt/slides/slide9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TELA-073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30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Finalizar é acionado → não há pré-condição documental no endpoint, apenas alternância → conclusão é decisão operacional.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Data de liberação e prazo de saque são informados → datas ISO são validadas e prazo não pode anteceder liberação → lote/autosave usam mesma persistência.</a:t>
            </a:r>
          </a:p>
        </p:txBody>
      </p:sp>
    </p:spTree>
  </p:cSld>
  <p:clrMapOvr>
    <a:masterClrMapping/>
  </p:clrMapOvr>
</p:sld>
</file>

<file path=ppt/slides/slide9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TELA-073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5–6 de 30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Número de solicitação muda → recarimbo do ofício assinado é agendado depois do commit e deduplicado por ofício → PDF não fica com número antigo nem é refeito N vezes.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Anexo assinado é substituído/excluído → linha muda dentro da transação e arquivos antigos são apagados somente em on_commit → rollback não deixa linha apontando para arquivo destruído.</a:t>
            </a:r>
          </a:p>
        </p:txBody>
      </p:sp>
    </p:spTree>
  </p:cSld>
  <p:clrMapOvr>
    <a:masterClrMapping/>
  </p:clrMapOvr>
</p:sld>
</file>

<file path=ppt/slides/slide9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TELA-073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7–8 de 30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Ofício assinado recebe carimbos → arquivo original cru é preservado; posições são por página/servidor, únicas, e ajuste manual não é recalculado → recarimbo sempre parte da origem.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RT é gerado → template relatorio-tecnico.docx recebe contexto do ofício, servidor, custos e textos; formatos DOCX/PDF disponíveis → arquivo é individual por servidor.</a:t>
            </a:r>
          </a:p>
        </p:txBody>
      </p:sp>
    </p:spTree>
  </p:cSld>
  <p:clrMapOvr>
    <a:masterClrMapping/>
  </p:clrMapOvr>
</p:sld>
</file>

<file path=ppt/slides/slide9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TELA-073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9–10 de 30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Diário é exportado → XLSX usa diario_bordo.xlsx; PDF deriva da planilha por motor disponível → formatos são XLSX e PDF, não DOCX/ODT.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PDF final consolidado é solicitado → pendências exigem peças obrigatórias (incluindo documentos assinados conforme fluxo); se houver pendência, geração é recusada → usuário recebe lista acionável.</a:t>
            </a:r>
          </a:p>
        </p:txBody>
      </p:sp>
    </p:spTree>
  </p:cSld>
  <p:clrMapOvr>
    <a:masterClrMapping/>
  </p:clrMapOvr>
</p:sld>
</file>

<file path=ppt/slides/slide9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TELA-073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11–12 de 30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Anexo para consolidação é PDF/PNG/JPG/JPEG → imagem é convertida a PDF; outros formatos ou PDF sem páginas falham → mesclagem só aceita conteúdo legível.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Link de assinatura é emitido → exige signatário com CPF válido, snapshot do PDF e expiração (padrão 7 dias); forcar substitui emissão anterior → link público é tokenizado.</a:t>
            </a:r>
          </a:p>
        </p:txBody>
      </p:sp>
    </p:spTree>
  </p:cSld>
  <p:clrMapOvr>
    <a:masterClrMapping/>
  </p:clrMapOvr>
</p:sld>
</file>

<file path=ppt/slides/slide9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TELA-073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13–14 de 30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Acesso público informa CPF → identidade só confirma se coincidir com CPF esperado; tentativas são limitadas por cache/IP/token → documento não é liberado apenas pelo token.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Assinatura é aplicada → modo pode ser fonte ou desenho; posição/página são validadas, PDF recebe carimbo e SHA-256 da origem é guardado → versão assinada fica vinculada ao snapshot exibido.</a:t>
            </a:r>
          </a:p>
        </p:txBody>
      </p:sp>
    </p:spTree>
  </p:cSld>
  <p:clrMapOvr>
    <a:masterClrMapping/>
  </p:clrMapOvr>
</p:sld>
</file>

<file path=ppt/slides/slide9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TELA-073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15–16 de 30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Documento tem versão assinada válida → download usa assinada; senão gera a origem atual → assinatura prevalece sem eliminar fallback.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Tipo documental é solicitado → registro/template precisa existir e formato ser compatível; duplicidade de registro falha → geração não aceita tipo arbitrário.</a:t>
            </a:r>
          </a:p>
        </p:txBody>
      </p:sp>
    </p:spTree>
  </p:cSld>
  <p:clrMapOvr>
    <a:masterClrMapping/>
  </p:clrMapOvr>
</p:sld>
</file>

<file path=ppt/slides/slide9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TELA-073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17–18 de 30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949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Caminho de template é resolvido → deve permanecer dentro de documentos/resources → traversal/caminho externo é rejeitado.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Payload não contém placeholder obrigatório ou saída mantém placeholder → geração levanta erro explícito → marcadores não vazam para documento final.</a:t>
            </a:r>
          </a:p>
        </p:txBody>
      </p:sp>
    </p:spTree>
  </p:cSld>
  <p:clrMapOvr>
    <a:masterClrMapping/>
  </p:clrMapOvr>
</p:sld>
</file>

<file path=ppt/slides/slide9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TELA-073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19–20 de 30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DOCX é solicitado → docxtpl preenche template e retorna bytes; pacote/template ausente falha explicitamente → nenhum pacote é instalado durante request.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PDF em auto é solicitado → cadeia varia por SO e disponibilidade: Word/LibreOffice/unoserver/WeasyPrint/simple conforme preferência/configuração → melhor motor disponível é tentado.</a:t>
            </a:r>
          </a:p>
        </p:txBody>
      </p:sp>
    </p:spTree>
  </p:cSld>
  <p:clrMapOvr>
    <a:masterClrMapping/>
  </p:clrMapOvr>
</p:sld>
</file>

<file path=ppt/slides/slide9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TELA-073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21–22 de 30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951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Motor explícito falha e fallback automático está ligado → motores seguintes são tentados; sem motor, erro inclui orientação → falha não some em silêncio.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PDF simples não está permitido → simple não entra na cadeia; quando permitido, produz layout mínimo → fidelidade reduzida é fallback deliberado.</a:t>
            </a:r>
          </a:p>
        </p:txBody>
      </p:sp>
    </p:spTree>
  </p:cSld>
  <p:clrMapOvr>
    <a:masterClrMapping/>
  </p:clrMapOvr>
</p:sld>
</file>

<file path=ppt/slides/slide9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TELA-073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23–24 de 30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Conteúdo+template+formato+versão equivalentes geram chave idêntica → artefato válido pode ser reutilizado; mudança no payload/template invalida → cache é determinístico.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Geração assíncrona é pedida → job fica queued → processing → complete/error; pedido duplicado pode reutilizar dedupe_key → frontend recebe 202/status/result.</a:t>
            </a:r>
          </a:p>
        </p:txBody>
      </p:sp>
    </p:spTree>
  </p:cSld>
  <p:clrMapOvr>
    <a:masterClrMapping/>
  </p:clrMapOvr>
</p:sld>
</file>

<file path=ppt/slides/slide9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TELA-073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25–26 de 30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953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Resultado assíncrono pertence a outra área/usuário ou não concluiu → acesso é negado/202; concluído entrega arquivo → isolamento vale também para downloads.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PDF inline recebe Range válido → retorna faixa 206; Range inválido recebe 416; arquivo completo recebe 200 → visualizador suporta streaming.</a:t>
            </a:r>
          </a:p>
        </p:txBody>
      </p:sp>
    </p:spTree>
  </p:cSld>
  <p:clrMapOvr>
    <a:masterClrMapping/>
  </p:clrMapOvr>
</p:sld>
</file>

<file path=ppt/slides/slide9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TELA-073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27–28 de 30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Arquivo assinado é anexado a artefato → upload é validado e versão fica associada; remoção limpa vínculo → assinatura manual pode substituir consumo do gerado.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Versão documental assinada é criada → conteúdo/hash/revogação tornam-se imutáveis; versão não pode ser excluída → cadeia de prova é preservada.</a:t>
            </a:r>
          </a:p>
        </p:txBody>
      </p:sp>
    </p:spTree>
  </p:cSld>
  <p:clrMapOvr>
    <a:masterClrMapping/>
  </p:clrMapOvr>
</p:sld>
</file>

<file path=ppt/slides/slide9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TELA-073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29–30 de 30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955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Conversão unoserver recebe URL inválida, serviço indisponível ou saída não-PDF → erro explícito; cache binário por SHA-256 pode reaproveitar conversões idênticas → não retorna bytes inválidos.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Arquivos atualmente geráveis e comprovados no repositório → Ofício (DOCX/PDF), Justificativa (DOCX/PDF), Termo (DOCX/PDF, individual/lote), Plano (DOCX/PDF), Ordem (DOCX/PDF), Relatório Técnico (DOCX/PDF), Diário de Bordo (XLSX/PDF), prestação consolidada (PDF) → não foi localizado gerador ODT.</a:t>
            </a:r>
          </a:p>
        </p:txBody>
      </p:sp>
    </p:spTree>
  </p:cSld>
  <p:clrMapOvr>
    <a:masterClrMapping/>
  </p:clrMapOvr>
</p:sld>
</file>

<file path=ppt/slides/slide9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TELA-073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956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401 JSON para sessão expirada em AJAX/API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9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TELA-074 · Prestação — edição do roteiro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957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estacao-editar-rotei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133" y="1261872"/>
            <a:ext cx="3098413" cy="501091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Executar a etapa operacional de prestação de contas indicada pelo título, com feedback de validação e estado.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Prestação de contas pelo menu e siga para `/roteiros/6/editar/`;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o processo alcançar esta etapa ou quando for necessário revisar o estado correspondente.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Fecha o ciclo iniciado no ofício e reutiliza roteiro, viajantes e documentos.</a:t>
            </a:r>
          </a:p>
        </p:txBody>
      </p:sp>
    </p:spTree>
  </p:cSld>
  <p:clrMapOvr>
    <a:masterClrMapping/>
  </p:clrMapOvr>
</p:sld>
</file>

<file path=ppt/slides/slide9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Prestação — edição do roteiro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958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estacao-editar-rotei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996" y="1234440"/>
            <a:ext cx="3143646" cy="50840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Navegação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mantém área, usuário, tema e caminhos do módulo.</a:t>
            </a:r>
          </a:p>
        </p:txBody>
      </p:sp>
      <p:sp>
        <p:nvSpPr>
          <p:cNvPr id="15" name="Oval 14"/>
          <p:cNvSpPr/>
          <p:nvPr/>
        </p:nvSpPr>
        <p:spPr>
          <a:xfrm>
            <a:off x="2753319" y="149083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53319" y="150455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55655" y="1692005"/>
            <a:ext cx="5147097" cy="118507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Conteúdo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 região central apresenta dados e controles da finalidade atual.</a:t>
            </a:r>
          </a:p>
        </p:txBody>
      </p:sp>
      <p:sp>
        <p:nvSpPr>
          <p:cNvPr id="23" name="Oval 22"/>
          <p:cNvSpPr/>
          <p:nvPr/>
        </p:nvSpPr>
        <p:spPr>
          <a:xfrm>
            <a:off x="3570667" y="296521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70667" y="297893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973003" y="3035808"/>
            <a:ext cx="4329749" cy="13057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Avisos, badges e etapas mostram o andamento do processo.</a:t>
            </a:r>
          </a:p>
        </p:txBody>
      </p:sp>
      <p:sp>
        <p:nvSpPr>
          <p:cNvPr id="31" name="Oval 30"/>
          <p:cNvSpPr/>
          <p:nvPr/>
        </p:nvSpPr>
        <p:spPr>
          <a:xfrm>
            <a:off x="4545197" y="4287072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45197" y="4300788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4947533" y="4261104"/>
            <a:ext cx="3355219" cy="22713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Os comandos disponíveis dependem do estado e da autorização.</a:t>
            </a:r>
          </a:p>
        </p:txBody>
      </p:sp>
      <p:sp>
        <p:nvSpPr>
          <p:cNvPr id="39" name="Oval 38"/>
          <p:cNvSpPr/>
          <p:nvPr/>
        </p:nvSpPr>
        <p:spPr>
          <a:xfrm>
            <a:off x="5205363" y="540556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05363" y="541928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5607699" y="5486400"/>
            <a:ext cx="2695053" cy="120335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959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Origem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Buscas geográficas   ·   Preenchimento: Base geográfica/manual   ·   Obrigatório: Sim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Montam cada trecho e alimentam cálculo de rota e diárias.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Estado sede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9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Cidade sede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Destinos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9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961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Data de saída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Hora de saída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Data e horário   ·   Preenchimento: Manual   ·   Obrigatório: Conforme o trecho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Inicia o período e deve preceder a chegada correspondente.</a:t>
            </a:r>
          </a:p>
        </p:txBody>
      </p:sp>
    </p:spTree>
  </p:cSld>
  <p:clrMapOvr>
    <a:masterClrMapping/>
  </p:clrMapOvr>
</p:sld>
</file>

<file path=ppt/slides/slide9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962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Data de chegada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Hora de chegada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Data e horário   ·   Preenchimento: Manual   ·   Obrigatório: Conforme o trecho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Encerra o trecho e participa do período agregado.</a:t>
            </a:r>
          </a:p>
        </p:txBody>
      </p:sp>
    </p:spTree>
  </p:cSld>
  <p:clrMapOvr>
    <a:masterClrMapping/>
  </p:clrMapOvr>
</p:sld>
</file>

<file path=ppt/slides/slide9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963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Retorno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Com bate-volta diário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Alternância   ·   Preenchimento: Manual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Ativa a repetição diária e revela horários próprios quando aplicável.</a:t>
            </a:r>
          </a:p>
        </p:txBody>
      </p:sp>
    </p:spTree>
  </p:cSld>
  <p:clrMapOvr>
    <a:masterClrMapping/>
  </p:clrMapOvr>
</p:sld>
</file>

<file path=ppt/slides/slide9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11–12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964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Adicionar destino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validação deste estado e persiste somente os dados próprios da etapa quando a pessoa tem permissão.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Remover destino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</p:spTree>
  </p:cSld>
  <p:clrMapOvr>
    <a:masterClrMapping/>
  </p:clrMapOvr>
</p:sld>
</file>

<file path=ppt/slides/slide9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13–14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965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Reordenar destinos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Muda somente a apresentação ou os critérios da tela; não modifica o cadastro persistido.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Calcular rota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disponibilidade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Exige datas e horas suficientes; usa fallback manual quando a rota externa falha.</a:t>
            </a:r>
          </a:p>
        </p:txBody>
      </p:sp>
    </p:spTree>
  </p:cSld>
  <p:clrMapOvr>
    <a:masterClrMapping/>
  </p:clrMapOvr>
</p:sld>
</file>

<file path=ppt/slides/slide9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15–16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966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Aplicar data aos trechos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Ativar ou desativar bate-volta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9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17–18 de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967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Cancelar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Salvar roteiro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Persiste trechos, métricas e snapshot estruturado das diárias.</a:t>
            </a:r>
          </a:p>
        </p:txBody>
      </p:sp>
    </p:spTree>
  </p:cSld>
  <p:clrMapOvr>
    <a:masterClrMapping/>
  </p:clrMapOvr>
</p:sld>
</file>

<file path=ppt/slides/slide9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TELA-074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19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968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Roteiro é criado → status documental começa RASCUNHO e pode chegar a FINALIZADO; origem pode ser EVENTO ou AVULSO → roteiro existe independentemente de documento.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Cálculo de rota evolui → estados são pendente, calculada, manual, erro e desatualizada; fonte é OpenRouteService, manual ou cache → status da rota é separado do status do roteiro.</a:t>
            </a:r>
          </a:p>
        </p:txBody>
      </p:sp>
    </p:spTree>
  </p:cSld>
  <p:clrMapOvr>
    <a:masterClrMapping/>
  </p:clrMapOvr>
</p:sld>
</file>

<file path=ppt/slides/slide9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TELA-074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19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969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Trechos são persistidos → tipo é IDA ou RETORNO; ordem é única por roteiro/tipo e período deve ser ordenado → sequência documental determinística.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Trechos mudam → datas agregadas do roteiro são recalculadas a partir da coleção → período principal acompanha a rota salva.</a:t>
            </a:r>
          </a:p>
        </p:txBody>
      </p:sp>
    </p:spTree>
  </p:cSld>
  <p:clrMapOvr>
    <a:masterClrMapping/>
  </p:clrMapOvr>
</p:sld>
</file>

<file path=ppt/slides/slide9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TELA-074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5–6 de 19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970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Destino é classificado → Brasília/DF recebe BRASILIA; capital conhecida recebe CAPITAL; vazio ou demais recebe INTERIOR → faixa tarifária determinada.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Base geográfica possui capitais → ela prevalece; UFs ausentes usam mapa de segurança → banco recém-criado não transforma capitais em interior.</a:t>
            </a:r>
          </a:p>
        </p:txBody>
      </p:sp>
    </p:spTree>
  </p:cSld>
  <p:clrMapOvr>
    <a:masterClrMapping/>
  </p:clrMapOvr>
</p:sld>
</file>

<file path=ppt/slides/slide9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TELA-074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7–8 de 19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971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Roteiro contém várias paradas → BRASÍLIA prevalece; senão qualquer capital eleva o tipo agregado a CAPITAL; caso contrário INTERIOR → resumo usa maior faixa encontrada.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Cálculo começa → data da saída mais antiga escolhe uma única vigência para todo o roteiro → travessia de mudança de tabela não mistura valores.</a:t>
            </a:r>
          </a:p>
        </p:txBody>
      </p:sp>
    </p:spTree>
  </p:cSld>
  <p:clrMapOvr>
    <a:masterClrMapping/>
  </p:clrMapOvr>
</p:sld>
</file>

<file path=ppt/slides/slide9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TELA-074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9–10 de 19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972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Não existe vigência para data/faixa → valores históricos internos são usados como último recurso → calculadora continua disponível, mas resultado sinaliza linha de tabela ausente.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Período tem duração ≤ 0 → erro; parada instantânea entre destinos é ignorada sem invalidar o roteiro → apenas permanências positivas faturam.</a:t>
            </a:r>
          </a:p>
        </p:txBody>
      </p:sp>
    </p:spTree>
  </p:cSld>
  <p:clrMapOvr>
    <a:masterClrMapping/>
  </p:clrMapOvr>
</p:sld>
</file>

<file path=ppt/slides/slide9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TELA-074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11–12 de 19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973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Sobra após dias inteiros é até 6h / &gt;6–8h / &gt;8–12h / &gt;12h → complemento é 0% / 15% / 30% / 100% → escada depende da duração, não da virada do calendário.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Marcadores de destino são processados → primeiro período começa na saída da sede; seguintes começam na chegada ao destino; terminam na chegada ao próximo/à sede → tempo entre destinos é tarifado pelo local de permanência anterior.</a:t>
            </a:r>
          </a:p>
        </p:txBody>
      </p:sp>
    </p:spTree>
  </p:cSld>
  <p:clrMapOvr>
    <a:masterClrMapping/>
  </p:clrMapOvr>
</p:sld>
</file>

<file path=ppt/slides/slide9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TELA-074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13–14 de 19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974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Parada intermediária coincide com a sede → período é ignorado; retorno final à sede prolonga trecho anterior e não abre faixa própria → volta para casa não é tarifada como estadia na sede.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Períodos consecutivos encostados têm a mesma faixa → fundem-se em um trecho tarifário → sobra/complemento é contado uma vez por trecho, não por cidade.</a:t>
            </a:r>
          </a:p>
        </p:txBody>
      </p:sp>
    </p:spTree>
  </p:cSld>
  <p:clrMapOvr>
    <a:masterClrMapping/>
  </p:clrMapOvr>
</p:sld>
</file>

<file path=ppt/slides/slide9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TELA-074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15–16 de 19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Valor do trecho é calculado → dias inteiros × 24h + no máximo um complemento, multiplicado pela quantidade de servidores → total monetário e composição estruturada são produzidos.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Resultado é persistido no roteiro → quantidade, valor numérico, texto por extenso e componentes de diária são sincronizados → documento e auditoria usam snapshot estruturado.</a:t>
            </a:r>
          </a:p>
        </p:txBody>
      </p:sp>
    </p:spTree>
  </p:cSld>
  <p:clrMapOvr>
    <a:masterClrMapping/>
  </p:clrMapOvr>
</p:sld>
</file>

<file path=ppt/slides/slide9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TELA-074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17–18 de 19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976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Roteiro tenta calcular sem datas/horas suficientes → ValueError("Preencha datas e horas para calcular.") → operador deve completar período.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Dados de rota externa não estão disponíveis ou rota é manual → estado/fonte manual preserva métricas informadas; falha externa vira status ERRO/desatualizada, sem apagar roteiro → fluxo alternativo existe.</a:t>
            </a:r>
          </a:p>
        </p:txBody>
      </p:sp>
    </p:spTree>
  </p:cSld>
  <p:clrMapOvr>
    <a:masterClrMapping/>
  </p:clrMapOvr>
</p:sld>
</file>

<file path=ppt/slides/slide9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TELA-074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19–19 de 19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977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Prestação precisa de diário → roteiro original é clonado somente quando ajuste é necessário; diferenças são comparadas → alterações de prestação não modificam roteiro do ofício.</a:t>
            </a:r>
          </a:p>
        </p:txBody>
      </p:sp>
    </p:spTree>
  </p:cSld>
  <p:clrMapOvr>
    <a:masterClrMapping/>
  </p:clrMapOvr>
</p:sld>
</file>

<file path=ppt/slides/slide9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TELA-074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978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401 JSON para sessão expirada em AJAX/API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9560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9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TELA-075 · Prestação — modelos de 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979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estacao-modelos-tex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Executar a etapa operacional de prestação de contas indicada pelo título, com feedback de validação e estado.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Prestação de contas pelo menu e siga para `/prestacoes-contas/modelos-texto/`;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o processo alcançar esta etapa ou quando for necessário revisar o estado correspondente.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Fecha o ciclo iniciado no ofício e reutiliza roteiro, viajantes e documentos.</a:t>
            </a:r>
          </a:p>
        </p:txBody>
      </p:sp>
    </p:spTree>
  </p:cSld>
  <p:clrMapOvr>
    <a:masterClrMapping/>
  </p:clrMapOvr>
</p:sld>
</file>

<file path=ppt/slides/slide9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Prestação — modelos de 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980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estacao-modelos-tex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Navegação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mantém área, usuário, tema e caminhos do módulo.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Conteúdo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 região central apresenta dados e controles da finalidade atual.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Avisos, badges e etapas mostram o andamento do processo.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Os comandos disponíveis dependem do estado e da autorização.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981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Buscar modelos de texto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Restringe os resultados desta tela e não altera os registros persistidos.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Campo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</p:spTree>
  </p:cSld>
  <p:clrMapOvr>
    <a:masterClrMapping/>
  </p:clrMapOvr>
</p:sld>
</file>

<file path=ppt/slides/slide9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982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  ·   Preenchimento: Manual   ·   Obrigatório: Sim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Identifica o modelo na área e no tópico.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longo   ·   Preenchimento: Manual   ·   Obrigatório: Sim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copiado para o relatório e permanece editável.</a:t>
            </a:r>
          </a:p>
        </p:txBody>
      </p:sp>
    </p:spTree>
  </p:cSld>
  <p:clrMapOvr>
    <a:masterClrMapping/>
  </p:clrMapOvr>
</p:sld>
</file>

<file path=ppt/slides/slide9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983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Modelo padrão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Novo modelo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9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984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Salvar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Valida e persiste o modelo de texto do relatório.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Cancelar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</p:spTree>
  </p:cSld>
  <p:clrMapOvr>
    <a:masterClrMapping/>
  </p:clrMapOvr>
</p:sld>
</file>

<file path=ppt/slides/slide9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985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Limpar busca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Muda somente a apresentação ou os critérios da tela; não modifica o cadastro persistido.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Editar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9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11–12 de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986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Definir como padrão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Excluir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</p:spTree>
  </p:cSld>
  <p:clrMapOvr>
    <a:masterClrMapping/>
  </p:clrMapOvr>
</p:sld>
</file>

<file path=ppt/slides/slide9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13–13 de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987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9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TELA-075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1–1 de 1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988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RT é aberto/salvo → valores padrão são derivados do ofício/roteiro/configuração; texto e overrides são persistidos numa transação → autosave e POST tradicional têm mesma regra.</a:t>
            </a:r>
          </a:p>
        </p:txBody>
      </p:sp>
    </p:spTree>
  </p:cSld>
  <p:clrMapOvr>
    <a:masterClrMapping/>
  </p:clrMapOvr>
</p:sld>
</file>

<file path=ppt/slides/slide9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TELA-075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989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9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TELA-076 · Prestação — dados do motorista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990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estacao-motoris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Executar a etapa operacional de prestação de contas indicada pelo título, com feedback de validação e estado.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Prestação de contas pelo menu e siga para `/prestacoes-contas/servidor-prestacao/1/diario/motorista/`;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o processo alcançar esta etapa ou quando for necessário revisar o estado correspondente.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Fecha o ciclo iniciado no ofício e reutiliza roteiro, viajantes e documentos.</a:t>
            </a:r>
          </a:p>
        </p:txBody>
      </p:sp>
    </p:spTree>
  </p:cSld>
  <p:clrMapOvr>
    <a:masterClrMapping/>
  </p:clrMapOvr>
</p:sld>
</file>

<file path=ppt/slides/slide9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Prestação — dados do motorista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991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estacao-motoris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Navegação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mantém área, usuário, tema e caminhos do módulo.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Conteúdo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 região central apresenta dados e controles da finalidade atual.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Avisos, badges e etapas mostram o andamento do processo.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Os comandos disponíveis dependem do estado e da autorização.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19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992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Motorista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Cartões de escolha   ·   Preenchimento: Do ofício, servidor ou outro ofício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Controla os painéis e limpa overrides incompatíveis.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Do ofício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9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19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993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Servidor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Equipe do ofício   ·   Obrigatório: No modo servidor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Vincula um integrante da equipe como motorista apenas na prestação.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Outro ofício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9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19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994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Servidor deste ofício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Equipe do ofício   ·   Obrigatório: No modo servidor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Vincula um integrante da equipe como motorista apenas na prestação.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Nome do motorista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  ·   Preenchimento: Manual   ·   Obrigatório: No modo outro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normalizado e identifica o motorista externo.</a:t>
            </a:r>
          </a:p>
        </p:txBody>
      </p:sp>
    </p:spTree>
  </p:cSld>
  <p:clrMapOvr>
    <a:masterClrMapping/>
  </p:clrMapOvr>
</p:sld>
</file>

<file path=ppt/slides/slide9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19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995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CPF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com máscara   ·   Preenchimento: Manual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Mantém até onze dígitos; nesta tela não executa verificação completa do CPF.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Ofício do motorista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  ·   Preenchimento: Manual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Registra a referência documental do motorista externo.</a:t>
            </a:r>
          </a:p>
        </p:txBody>
      </p:sp>
    </p:spTree>
  </p:cSld>
  <p:clrMapOvr>
    <a:masterClrMapping/>
  </p:clrMapOvr>
</p:sld>
</file>

<file path=ppt/slides/slide9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19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996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Protocolo do motorista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com máscara   ·   Preenchimento: Manual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Normaliza a referência protocolar.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Ofício de origem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auxiliar   ·   Preenchimento: Ofícios disponíveis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Copia motorista e viatura como pré-preenchimento; os valores continuam editáveis.</a:t>
            </a:r>
          </a:p>
        </p:txBody>
      </p:sp>
    </p:spTree>
  </p:cSld>
  <p:clrMapOvr>
    <a:masterClrMapping/>
  </p:clrMapOvr>
</p:sld>
</file>

<file path=ppt/slides/slide9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11–12 de 19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997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Viatura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Cartões de escolha   ·   Preenchimento: Do ofício, cadastro ou manual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Controla os dados efetivos de viatura da prestação.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Cadastro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Viaturas da área   ·   Obrigatório: No modo cadastro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Vincula a viatura cadastrada somente ao diário.</a:t>
            </a:r>
          </a:p>
        </p:txBody>
      </p:sp>
    </p:spTree>
  </p:cSld>
  <p:clrMapOvr>
    <a:masterClrMapping/>
  </p:clrMapOvr>
</p:sld>
</file>

<file path=ppt/slides/slide9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13–14 de 19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998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Manual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Modelo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  ·   Preenchimento: Manual   ·   Obrigatório: No modo manual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obrigatório para viatura manual.</a:t>
            </a:r>
          </a:p>
        </p:txBody>
      </p:sp>
    </p:spTree>
  </p:cSld>
  <p:clrMapOvr>
    <a:masterClrMapping/>
  </p:clrMapOvr>
</p:sld>
</file>

<file path=ppt/slides/slide9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15–16 de 19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999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Placa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com máscara   ·   Preenchimento: Manual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Normaliza pontuação e maiúsculas; o formulário limita o tamanho.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Tipo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Seleções/texto   ·   Preenchimento: Manual/catálogo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Completam a identificação manual da viatura.</a:t>
            </a:r>
          </a:p>
        </p:txBody>
      </p:sp>
    </p:spTree>
  </p:cSld>
  <p:clrMapOvr>
    <a:masterClrMapping/>
  </p:clrMapOvr>
</p:sld>
</file>

<file path=ppt/slides/slide10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17–18 de 19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Combustível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Seleções/texto   ·   Preenchimento: Manual/catálogo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Completam a identificação manual da viatura.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Cancelar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</p:spTree>
  </p:cSld>
  <p:clrMapOvr>
    <a:masterClrMapping/>
  </p:clrMapOvr>
</p:sld>
</file>

<file path=ppt/slides/slide10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19–19 de 19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Salvar alterações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Persiste os overrides locais sem alterar o ofício original.</a:t>
            </a:r>
          </a:p>
        </p:txBody>
      </p:sp>
    </p:spTree>
  </p:cSld>
  <p:clrMapOvr>
    <a:masterClrMapping/>
  </p:clrMapOvr>
</p:sld>
</file>

<file path=ppt/slides/slide10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TELA-076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2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Motorista do diário é alterado → pode manter o do ofício, escolher servidor do mesmo ofício ou referenciar outro ofício; mudança é local à prestação → ofício original não muda.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Viatura do diário é alterada → pode manter ofício, escolher cadastro ou preencher manualmente; alteração é independente do motorista → cabeçalho do diário usa override local.</a:t>
            </a:r>
          </a:p>
        </p:txBody>
      </p:sp>
    </p:spTree>
  </p:cSld>
  <p:clrMapOvr>
    <a:masterClrMapping/>
  </p:clrMapOvr>
</p:sld>
</file>

<file path=ppt/slides/slide10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TELA-076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401 JSON para sessão expirada em AJAX/API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9560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10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TELA-077 · Prestação — relatório técnico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1004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estacao-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08" y="1261872"/>
            <a:ext cx="3227862" cy="501091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Executar a etapa operacional de prestação de contas indicada pelo título, com feedback de validação e estado.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Prestação de contas pelo menu e siga para `/prestacoes-contas/servidor-prestacao/1/rt/`;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o processo alcançar esta etapa ou quando for necessário revisar o estado correspondente.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Fecha o ciclo iniciado no ofício e reutiliza roteiro, viajantes e documentos.</a:t>
            </a:r>
          </a:p>
        </p:txBody>
      </p:sp>
    </p:spTree>
  </p:cSld>
  <p:clrMapOvr>
    <a:masterClrMapping/>
  </p:clrMapOvr>
</p:sld>
</file>

<file path=ppt/slides/slide10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Prestação — relatório técnico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1005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estacao-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327" y="1234440"/>
            <a:ext cx="3274984" cy="50840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Navegação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mantém área, usuário, tema e caminhos do módulo.</a:t>
            </a:r>
          </a:p>
        </p:txBody>
      </p:sp>
      <p:sp>
        <p:nvSpPr>
          <p:cNvPr id="15" name="Oval 14"/>
          <p:cNvSpPr/>
          <p:nvPr/>
        </p:nvSpPr>
        <p:spPr>
          <a:xfrm>
            <a:off x="2698157" y="149083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8157" y="150455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00493" y="1692005"/>
            <a:ext cx="5202259" cy="118507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Conteúdo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 região central apresenta dados e controles da finalidade atual.</a:t>
            </a:r>
          </a:p>
        </p:txBody>
      </p:sp>
      <p:sp>
        <p:nvSpPr>
          <p:cNvPr id="23" name="Oval 22"/>
          <p:cNvSpPr/>
          <p:nvPr/>
        </p:nvSpPr>
        <p:spPr>
          <a:xfrm>
            <a:off x="3549653" y="296521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49653" y="297893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951989" y="3035808"/>
            <a:ext cx="4350763" cy="13057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Avisos, badges e etapas mostram o andamento do processo.</a:t>
            </a:r>
          </a:p>
        </p:txBody>
      </p:sp>
      <p:sp>
        <p:nvSpPr>
          <p:cNvPr id="31" name="Oval 30"/>
          <p:cNvSpPr/>
          <p:nvPr/>
        </p:nvSpPr>
        <p:spPr>
          <a:xfrm>
            <a:off x="4564898" y="4287072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64898" y="4300788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4967234" y="4261104"/>
            <a:ext cx="3335518" cy="22713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Os comandos disponíveis dependem do estado e da autorização.</a:t>
            </a:r>
          </a:p>
        </p:txBody>
      </p:sp>
      <p:sp>
        <p:nvSpPr>
          <p:cNvPr id="39" name="Oval 38"/>
          <p:cNvSpPr/>
          <p:nvPr/>
        </p:nvSpPr>
        <p:spPr>
          <a:xfrm>
            <a:off x="5252645" y="540556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52645" y="541928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5654981" y="5486400"/>
            <a:ext cx="2647771" cy="120335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TELA-077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Diária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  ·   Preenchimento: Padrão ou ajuste individual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Registra a forma de custeio no relatório técnico.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Translado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Não houve ou Outro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 escolha Outro revela e exige a descrição correspondente.</a:t>
            </a:r>
          </a:p>
        </p:txBody>
      </p:sp>
    </p:spTree>
  </p:cSld>
  <p:clrMapOvr>
    <a:masterClrMapping/>
  </p:clrMapOvr>
</p:sld>
</file>

<file path=ppt/slides/slide10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TELA-077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Translado - outro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Não houve ou Outro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 escolha Outro revela e exige a descrição correspondente.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Combustível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Cartão Prime ou Outro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 escolha Outro revela e exige a descrição correspondente.</a:t>
            </a:r>
          </a:p>
        </p:txBody>
      </p:sp>
    </p:spTree>
  </p:cSld>
  <p:clrMapOvr>
    <a:masterClrMapping/>
  </p:clrMapOvr>
</p:sld>
</file>

<file path=ppt/slides/slide10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TELA-077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Combustível - outro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Cartão Prime ou Outro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 escolha Outro revela e exige a descrição correspondente.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Passagem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Não houve ou Outro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 escolha Outro revela e exige a descrição correspondente.</a:t>
            </a:r>
          </a:p>
        </p:txBody>
      </p:sp>
    </p:spTree>
  </p:cSld>
  <p:clrMapOvr>
    <a:masterClrMapping/>
  </p:clrMapOvr>
</p:sld>
</file>

<file path=ppt/slides/slide10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TELA-077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Passagem - outro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Não houve ou Outro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 escolha Outro revela e exige a descrição correspondente.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Descrição do evento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longo   ·   Preenchimento: Manual ou modelo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Persiste o motivo/contexto do relatório.</a:t>
            </a:r>
          </a:p>
        </p:txBody>
      </p:sp>
    </p:spTree>
  </p:cSld>
  <p:clrMapOvr>
    <a:masterClrMapping/>
  </p:clrMapOvr>
</p:sld>
</file>

<file path=ppt/slides/slide10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TELA-077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Modelo de descrição do evento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longo   ·   Preenchimento: Manual ou modelo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Persiste o motivo/contexto do relatório.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Objetivo da participação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longo   ·   Preenchimento: Manual ou modelo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Persiste a atividade/objetivo do servidor.</a:t>
            </a:r>
          </a:p>
        </p:txBody>
      </p:sp>
    </p:spTree>
  </p:cSld>
  <p:clrMapOvr>
    <a:masterClrMapping/>
  </p:clrMapOvr>
</p:sld>
</file>

<file path=ppt/slides/slide10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TELA-077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11–12 de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Modelo de objetivo da participação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longo   ·   Preenchimento: Manual ou modelo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Persiste a atividade/objetivo do servidor.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Conclusão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longo   ·   Preenchimento: Manual ou modelo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Registra o resultado da participação.</a:t>
            </a:r>
          </a:p>
        </p:txBody>
      </p:sp>
    </p:spTree>
  </p:cSld>
  <p:clrMapOvr>
    <a:masterClrMapping/>
  </p:clrMapOvr>
</p:sld>
</file>

<file path=ppt/slides/slide10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TELA-077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13–14 de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Modelo de conclusão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longo   ·   Preenchimento: Manual ou modelo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Registra o resultado da participação.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Medidas a serem adotadas pelo órgão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longo   ·   Preenchimento: Manual ou modelo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Registra os encaminhamentos para o órgão.</a:t>
            </a:r>
          </a:p>
        </p:txBody>
      </p:sp>
    </p:spTree>
  </p:cSld>
  <p:clrMapOvr>
    <a:masterClrMapping/>
  </p:clrMapOvr>
</p:sld>
</file>

<file path=ppt/slides/slide10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TELA-077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15–16 de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Modelo de medidas a serem adotadas pelo órgão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longo   ·   Preenchimento: Manual ou modelo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Registra os encaminhamentos para o órgão.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Informações complementares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longo   ·   Preenchimento: Manual ou modelo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Registra observações finais.</a:t>
            </a:r>
          </a:p>
        </p:txBody>
      </p:sp>
    </p:spTree>
  </p:cSld>
  <p:clrMapOvr>
    <a:masterClrMapping/>
  </p:clrMapOvr>
</p:sld>
</file>

<file path=ppt/slides/slide10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TELA-077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17–18 de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Modelo de informações complementares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longo   ·   Preenchimento: Manual ou modelo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Registra observações finais.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Número da solicitação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10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TELA-077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19–20 de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Gerenciar modelos de texto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Visualizar 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10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TELA-077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21–22 de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Baixar 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Produz ou entrega o artefato indicado somente após as validações e condições funcionais aplicáveis.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Salvar e avançar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validação deste estado e persiste somente os dados próprios da etapa quando a pessoa tem permissão.</a:t>
            </a:r>
          </a:p>
        </p:txBody>
      </p:sp>
    </p:spTree>
  </p:cSld>
  <p:clrMapOvr>
    <a:masterClrMapping/>
  </p:clrMapOvr>
</p:sld>
</file>

<file path=ppt/slides/slide10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TELA-077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Servidor começa a editar → status individual passa de pendente para em preenchimento; opções adicionais são enviada, aprovada e reprovada → acompanhamento é por servidor.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Valor recebido é informado → deve ser positivo e nunca superar o valor liberado por servidor; menor é aceito com observação separada → relatório mostra override (ex.: saque sem centavos).</a:t>
            </a:r>
          </a:p>
        </p:txBody>
      </p:sp>
    </p:spTree>
  </p:cSld>
  <p:clrMapOvr>
    <a:masterClrMapping/>
  </p:clrMapOvr>
</p:sld>
</file>

<file path=ppt/slides/slide10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TELA-077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RT é aberto/salvo → valores padrão são derivados do ofício/roteiro/configuração; texto e overrides são persistidos numa transação → autosave e POST tradicional têm mesma regra.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RT é gerado → template relatorio-tecnico.docx recebe contexto do ofício, servidor, custos e textos; formatos DOCX/PDF disponíveis → arquivo é individual por servidor.</a:t>
            </a:r>
          </a:p>
        </p:txBody>
      </p:sp>
    </p:spTree>
  </p:cSld>
  <p:clrMapOvr>
    <a:masterClrMapping/>
  </p:clrMapOvr>
</p:sld>
</file>

<file path=ppt/slides/slide10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TELA-077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5–6 de 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Link de assinatura é emitido → exige signatário com CPF válido, snapshot do PDF e expiração (padrão 7 dias); forcar substitui emissão anterior → link público é tokenizado.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Acesso público informa CPF → identidade só confirma se coincidir com CPF esperado; tentativas são limitadas por cache/IP/token → documento não é liberado apenas pelo token.</a:t>
            </a:r>
          </a:p>
        </p:txBody>
      </p:sp>
    </p:spTree>
  </p:cSld>
  <p:clrMapOvr>
    <a:masterClrMapping/>
  </p:clrMapOvr>
</p:sld>
</file>

<file path=ppt/slides/slide10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TELA-077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7–8 de 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Assinatura é aplicada → modo pode ser fonte ou desenho; posição/página são validadas, PDF recebe carimbo e SHA-256 da origem é guardado → versão assinada fica vinculada ao snapshot exibido.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Documento tem versão assinada válida → download usa assinada; senão gera a origem atual → assinatura prevalece sem eliminar fallback.</a:t>
            </a:r>
          </a:p>
        </p:txBody>
      </p:sp>
    </p:spTree>
  </p:cSld>
  <p:clrMapOvr>
    <a:masterClrMapping/>
  </p:clrMapOvr>
</p:sld>
</file>

<file path=ppt/slides/slide10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TELA-077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401 JSON para sessão expirada em AJAX/API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9560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10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TELA-078 · Lista de prestações de contas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1022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estacoes-contas-lis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Localizar, filtrar e abrir registros do módulo, respeitando a área ativa e o papel do usuário.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Prestação de contas pelo menu e siga para `/prestacoes-contas/`;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para localizar registros, comparar estados e iniciar consulta, edição ou criação.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Fecha o ciclo iniciado no ofício e reutiliza roteiro, viajantes e documentos.</a:t>
            </a:r>
          </a:p>
        </p:txBody>
      </p:sp>
    </p:spTree>
  </p:cSld>
  <p:clrMapOvr>
    <a:masterClrMapping/>
  </p:clrMapOvr>
</p:sld>
</file>

<file path=ppt/slides/slide10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Lista de prestações de contas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1023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estacoes-contas-lis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Confirme módulo, área ativa e perfil antes de agir.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Filtros e ordenação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Use os controles para reduzir e organizar os resultados.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Registros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Cada card ou linha resume dados, situação e vínculos.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Abra, edite, crie ou baixe conforme estado e permissão.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Buscar prestações de contas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Restringe os resultados desta tela e não altera os registros persistidos.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Filtrar por situação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</p:spTree>
  </p:cSld>
  <p:clrMapOvr>
    <a:masterClrMapping/>
  </p:clrMapOvr>
</p:sld>
</file>

<file path=ppt/slides/slide10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Ordenar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Limpar filtros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Muda somente a apresentação ou os critérios da tela; não modifica o cadastro persistido.</a:t>
            </a:r>
          </a:p>
        </p:txBody>
      </p:sp>
    </p:spTree>
  </p:cSld>
  <p:clrMapOvr>
    <a:masterClrMapping/>
  </p:clrMapOvr>
</p:sld>
</file>

<file path=ppt/slides/slide10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prestação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acompanhamento individual, relatório, diário e documentos.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Continuar relatório técnico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10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diário de bordo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documentos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10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consolidado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Baixar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Produz ou entrega o artefato indicado somente após as validações e condições funcionais aplicáveis.</a:t>
            </a:r>
          </a:p>
        </p:txBody>
      </p:sp>
    </p:spTree>
  </p:cSld>
  <p:clrMapOvr>
    <a:masterClrMapping/>
  </p:clrMapOvr>
</p:sld>
</file>

<file path=ppt/slides/slide10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11–11 de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Finalizar ou arquivar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10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TELA-078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Ofício muda para GERADO ou sua equipe muda → signals criam/sincronizam PrestacaoContas e linhas por servidor → módulo nasce automaticamente do ofício.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Servidor começa a editar → status individual passa de pendente para em preenchimento; opções adicionais são enviada, aprovada e reprovada → acompanhamento é por servidor.</a:t>
            </a:r>
          </a:p>
        </p:txBody>
      </p:sp>
    </p:spTree>
  </p:cSld>
  <p:clrMapOvr>
    <a:masterClrMapping/>
  </p:clrMapOvr>
</p:sld>
</file>

<file path=ppt/slides/slide10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TELA-078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Arquivar/finalizar é acionado → cada POST alterna a flag e grava/remove timestamp; flags são independentes do status → duplo acionamento desfaz a 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Finalizar é acionado → não há pré-condição documental no endpoint, apenas alternância → conclusão é decisão operacional.</a:t>
            </a:r>
          </a:p>
        </p:txBody>
      </p:sp>
    </p:spTree>
  </p:cSld>
  <p:clrMapOvr>
    <a:masterClrMapping/>
  </p:clrMapOvr>
</p:sld>
</file>

<file path=ppt/slides/slide10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TELA-078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5–6 de 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Servidor sai da equipe sem dados coletados → linha é apagada; com dados, recebe removida_em; ao voltar, marcador é limpo → trabalho já feito pode reaparecer.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Exclusão de servidor é avaliada → prova irrefazível é apenas comprovante/anexo, assinatura ou número de solicitação → estados refazíveis não bloqueiam cadastro inteiro.</a:t>
            </a:r>
          </a:p>
        </p:txBody>
      </p:sp>
    </p:spTree>
  </p:cSld>
  <p:clrMapOvr>
    <a:masterClrMapping/>
  </p:clrMapOvr>
</p:sld>
</file>

<file path=ppt/slides/slide10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TELA-078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7–8 de 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Valor recebido é informado → deve ser positivo e nunca superar o valor liberado por servidor; menor é aceito com observação separada → relatório mostra override (ex.: saque sem centavos).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Data de liberação e prazo de saque são informados → datas ISO são validadas e prazo não pode anteceder liberação → lote/autosave usam mesma persistência.</a:t>
            </a:r>
          </a:p>
        </p:txBody>
      </p:sp>
    </p:spTree>
  </p:cSld>
  <p:clrMapOvr>
    <a:masterClrMapping/>
  </p:clrMapOvr>
</p:sld>
</file>

<file path=ppt/slides/slide10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TELA-078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401 JSON para sessão expirada em AJAX/API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10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Exemplo prático · encerrar uma viagem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Dados inteiramente fictícios · sequência completa da entrada ao resultado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261872"/>
            <a:ext cx="566928" cy="566928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298448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298448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52A3A"/>
                </a:solidFill>
                <a:latin typeface="Aptos"/>
              </a:rPr>
              <a:t>Abra a prestação do ofício demonstrativo.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231136"/>
            <a:ext cx="566928" cy="566928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267712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267712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52A3A"/>
                </a:solidFill>
                <a:latin typeface="Aptos"/>
              </a:rPr>
              <a:t>Preencha atividades e conclusões do relatório técnico.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00400"/>
            <a:ext cx="566928" cy="566928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36976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236976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52A3A"/>
                </a:solidFill>
                <a:latin typeface="Aptos"/>
              </a:rPr>
              <a:t>Revise trechos e motorista no diário.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169664"/>
            <a:ext cx="566928" cy="566928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206240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206240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52A3A"/>
                </a:solidFill>
                <a:latin typeface="Aptos"/>
              </a:rPr>
              <a:t>Anexe despacho e comprovantes fictícios.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5138928"/>
            <a:ext cx="566928" cy="566928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5175504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71A33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5175504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52A3A"/>
                </a:solidFill>
                <a:latin typeface="Aptos"/>
              </a:rPr>
              <a:t>Confira o consolidado antes de finalizar.</a:t>
            </a:r>
          </a:p>
        </p:txBody>
      </p:sp>
    </p:spTree>
  </p:cSld>
  <p:clrMapOvr>
    <a:masterClrMapping/>
  </p:clrMapOvr>
</p:sld>
</file>

<file path=ppt/slides/slide10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Exemplo prático · encerrar uma viagem · resultado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resultado esperado é conferido na própria interface antes da próxima ação.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PRESTAÇÃO DE CONTAS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1036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7644384" cy="5129783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estacao-consolida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33553"/>
            <a:ext cx="7589520" cy="487669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613648" y="1508760"/>
            <a:ext cx="2788920" cy="33375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0" y="17830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RESULTADO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240280"/>
            <a:ext cx="22860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52A3A"/>
                </a:solidFill>
                <a:latin typeface="Aptos"/>
              </a:rPr>
              <a:t>Registro salvo na área ativa, estado atualizado e dados disponíveis para as páginas e documentos seguintes. Se houver pendência, a interface mantém a etapa incompleta e indica a correção necessária.</a:t>
            </a:r>
          </a:p>
        </p:txBody>
      </p:sp>
    </p:spTree>
  </p:cSld>
  <p:clrMapOvr>
    <a:masterClrMapping/>
  </p:clrMapOvr>
</p:sld>
</file>

<file path=ppt/slides/slide10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731520"/>
            <a:ext cx="960120" cy="960120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768096"/>
            <a:ext cx="960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071A33"/>
                </a:solidFill>
                <a:latin typeface="Aptos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Protocolos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27248"/>
            <a:ext cx="9875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C5D7E5"/>
                </a:solidFill>
                <a:latin typeface="Aptos"/>
              </a:rPr>
              <a:t>Controlar o envio e o vínculo de documentos com o processo eletrônico.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5138928"/>
            <a:ext cx="2834640" cy="109728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1037</a:t>
            </a:r>
          </a:p>
        </p:txBody>
      </p:sp>
    </p:spTree>
  </p:cSld>
  <p:clrMapOvr>
    <a:masterClrMapping/>
  </p:clrMapOvr>
</p:sld>
</file>

<file path=ppt/slides/slide10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Protocolos · visão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Objetivo, entradas, saídas e relações antes das páginas detalhadas.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VISÃO DOS MÓDULOS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57800" cy="123444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OBJETIVO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773936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Controlar o envio e o vínculo de documentos com o processo eletrônico.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298448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453895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FUNÇÕES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773936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Lista, criação, detalhe, anexos, envio e acompanhamento.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2825496"/>
            <a:ext cx="5257800" cy="123444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2980944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ENTRADAS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300984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Número, assunto, descrição, arquivo e registro relacionado.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2825496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980944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SAÍDAS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300984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Protocolo interno, tentativa de envio e histórico de estado.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4443984"/>
            <a:ext cx="5349240" cy="123444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4599432"/>
            <a:ext cx="4892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RELAÇÕES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919472"/>
            <a:ext cx="4892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Recebe documentos de ofícios, termos, planos, ordens e prestação.</a:t>
            </a:r>
          </a:p>
        </p:txBody>
      </p:sp>
    </p:spTree>
  </p:cSld>
  <p:clrMapOvr>
    <a:masterClrMapping/>
  </p:clrMapOvr>
</p:sld>
</file>

<file path=ppt/slides/slide10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TELA-079 · Detalhe do protocolo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1039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otocolos-detalh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Executar a etapa operacional de protocolos indicada pelo título, com feedback de validação e estado.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Protocolos pelo menu e siga para `/protocolos/1/`;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o processo alcançar esta etapa ou quando for necessário revisar o estado correspondente.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Recebe documentos de ofícios, termos, planos, ordens e prestação.</a:t>
            </a:r>
          </a:p>
        </p:txBody>
      </p:sp>
    </p:spTree>
  </p:cSld>
  <p:clrMapOvr>
    <a:masterClrMapping/>
  </p:clrMapOvr>
</p:sld>
</file>

<file path=ppt/slides/slide10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Detalhe do protocolo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1040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otocolos-detalh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Navegação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mantém área, usuário, tema e caminhos do módulo.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Conteúdo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 região central apresenta dados e controles da finalidade atual.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Avisos, badges e etapas mostram o andamento do processo.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Os comandos disponíveis dependem do estado e da autorização.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Número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Informações   ·   Preenchimento: Dados do protocolo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Identificam o fluxo local, manual ou eProtocolo.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Estado   ·   Preenchimento: Sincronização/local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Mostram a evolução local e eventuais pendências retornadas pela integração.</a:t>
            </a:r>
          </a:p>
        </p:txBody>
      </p:sp>
    </p:spTree>
  </p:cSld>
  <p:clrMapOvr>
    <a:masterClrMapping/>
  </p:clrMapOvr>
</p:sld>
</file>

<file path=ppt/slides/slide10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Situação externa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Origem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Informações   ·   Preenchimento: Dados do protocolo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Identificam o fluxo local, manual ou eProtocolo.</a:t>
            </a:r>
          </a:p>
        </p:txBody>
      </p:sp>
    </p:spTree>
  </p:cSld>
  <p:clrMapOvr>
    <a:masterClrMapping/>
  </p:clrMapOvr>
</p:sld>
</file>

<file path=ppt/slides/slide10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Órgão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Local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10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Responsável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Última sincronização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10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Documentos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Lista e ações   ·   Preenchimento: Artefatos vinculados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Permitem enviar ou consultar documentos conforme permissão e estado.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Pendências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Estado   ·   Preenchimento: Sincronização/local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Mostram a evolução local e eventuais pendências retornadas pela integração.</a:t>
            </a:r>
          </a:p>
        </p:txBody>
      </p:sp>
    </p:spTree>
  </p:cSld>
  <p:clrMapOvr>
    <a:masterClrMapping/>
  </p:clrMapOvr>
</p:sld>
</file>

<file path=ppt/slides/slide10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11–12 de 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Assinaturas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Tramitações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10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13–14 de 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Movimentações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Enviar documento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10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15–16 de 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Sincronizar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configuração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Atualiza o estado local sem processar fluxos terminais em lote.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documento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10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17–17 de 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1049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10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TELA-079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11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Protocolo local é criado → status começa rascunho e pode evoluir por criado, documentos enviados, aguardando assinatura, tramitação, pendência, concluído, erro ou cancelado → integração mantém estado local próprio.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Origem é escolhida → interna, manual ou eProtocolo real determinam se há criação remota, simples vínculo ou importação → mesmo modelo representa três fluxos.</a:t>
            </a:r>
          </a:p>
        </p:txBody>
      </p:sp>
    </p:spTree>
  </p:cSld>
  <p:clrMapOvr>
    <a:masterClrMapping/>
  </p:clrMapOvr>
</p:sld>
</file>

<file path=ppt/slides/slide10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TELA-079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11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1051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Ambiente está em demonstração/mock → dados de treinamento são semeados e operações exibem aviso; mutação real não é feita → treinamento não altera eProtocolo oficial.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RN-154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Operação real mutável é solicitada → exige flags real e confirmado e configuração controlada → criação/anexo/assinatura/tramitação não ocorre por engano.</a:t>
            </a:r>
          </a:p>
        </p:txBody>
      </p:sp>
    </p:spTree>
  </p:cSld>
  <p:clrMapOvr>
    <a:masterClrMapping/>
  </p:clrMapOvr>
</p:sld>
</file>

<file path=ppt/slides/slide10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TELA-079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5–6 de 11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Usuário não possui permissão de criação de protocolo → views de criar/vincular bloqueiam → integração respeita política própria além do RBAC de área.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Documento principal tem origem suportada → serviço resolve/genera PDF e envia; anexo adicional cria ProtocoloDocumento → estado pode avançar para documentos enviados.</a:t>
            </a:r>
          </a:p>
        </p:txBody>
      </p:sp>
    </p:spTree>
  </p:cSld>
  <p:clrMapOvr>
    <a:masterClrMapping/>
  </p:clrMapOvr>
</p:sld>
</file>

<file path=ppt/slides/slide10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TELA-079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7–8 de 11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1053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Assinatura remota é solicitada → CPF é normalizado, registro local inicia pendente e resultado remoto atualiza status → acompanhamento guarda payload e assinante.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RN-158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Tramitação é solicitada → destino/CPF/parecer formam a operação e uma linha local registra de/para → histórico de tramitação é preservado.</a:t>
            </a:r>
          </a:p>
        </p:txBody>
      </p:sp>
    </p:spTree>
  </p:cSld>
  <p:clrMapOvr>
    <a:masterClrMapping/>
  </p:clrMapOvr>
</p:sld>
</file>

<file path=ppt/slides/slide10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TELA-079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9–10 de 11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Sincronização encontra pendências abertas → status local vira com pendência; sem pendências e antes “criado”, pode avançar para tramitação → estado local deriva da resposta remota.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Protocolo está concluído/cancelado ou inativo → sincronização em lote o exclui do conjunto ativo → polling não processa fluxos terminais.</a:t>
            </a:r>
          </a:p>
        </p:txBody>
      </p:sp>
    </p:spTree>
  </p:cSld>
  <p:clrMapOvr>
    <a:masterClrMapping/>
  </p:clrMapOvr>
</p:sld>
</file>

<file path=ppt/slides/slide10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TELA-079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11–11 de 11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1055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Toda chamada de integração é registrada → endpoint, método, sucesso/mock, erro e payloads ficam em ProtocoloLog → auditoria operacional do conector.</a:t>
            </a:r>
          </a:p>
        </p:txBody>
      </p:sp>
    </p:spTree>
  </p:cSld>
  <p:clrMapOvr>
    <a:masterClrMapping/>
  </p:clrMapOvr>
</p:sld>
</file>

<file path=ppt/slides/slide10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TELA-079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1056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401 JSON para sessão expirada em AJAX/API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10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TELA-080 · Protocolo — enviar documento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1057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otocolos-envi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Gerar, anexar, consultar ou acompanhar documentos derivados do processo de viagem.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Protocolos pelo menu e siga para `/protocolos/1/enviar-documento/`;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o processo alcançar esta etapa ou quando for necessário revisar o estado correspondente.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Recebe documentos de ofícios, termos, planos, ordens e prestação.</a:t>
            </a:r>
          </a:p>
        </p:txBody>
      </p:sp>
    </p:spTree>
  </p:cSld>
  <p:clrMapOvr>
    <a:masterClrMapping/>
  </p:clrMapOvr>
</p:sld>
</file>

<file path=ppt/slides/slide10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Protocolo — enviar documento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1058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otocolos-envi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Navegação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mantém área, usuário, tema e caminhos do módulo.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Conteúdo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 região central apresenta dados e controles da finalidade atual.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Avisos, badges e etapas mostram o andamento do processo.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Os comandos disponíveis dependem do estado e da autorização.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TELA-080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1059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Tipo de documento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Anexo, Ofício, Termo, Justificativa, Plano ou OS   ·   Obrigatório: Sim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Define se o serviço usa arquivo enviado ou documento gerado.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Arquivo 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de arquivo   ·   Preenchimento: Manual   ·   Obrigatório: Condicional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exigido quando a geração automática não está marcada e aceita somente PDF válido.</a:t>
            </a:r>
          </a:p>
        </p:txBody>
      </p:sp>
    </p:spTree>
  </p:cSld>
  <p:clrMapOvr>
    <a:masterClrMapping/>
  </p:clrMapOvr>
</p:sld>
</file>

<file path=ppt/slides/slide10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TELA-080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Nome do arquivo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  ·   Preenchimento: Manual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Registra o metadado com limite de 255 caracteres.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Gerar e enviar o documento vinculado automaticamente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10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TELA-080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1061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Escolher arquivo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Enviar documento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Registra a operação, envia no modo autorizado e atualiza o estado local.</a:t>
            </a:r>
          </a:p>
        </p:txBody>
      </p:sp>
    </p:spTree>
  </p:cSld>
  <p:clrMapOvr>
    <a:masterClrMapping/>
  </p:clrMapOvr>
</p:sld>
</file>

<file path=ppt/slides/slide10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TELA-080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7–7 de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1062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10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TELA-080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18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1063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Protocolo local é criado → status começa rascunho e pode evoluir por criado, documentos enviados, aguardando assinatura, tramitação, pendência, concluído, erro ou cancelado → integração mantém estado local próprio.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Origem é escolhida → interna, manual ou eProtocolo real determinam se há criação remota, simples vínculo ou importação → mesmo modelo representa três fluxos.</a:t>
            </a:r>
          </a:p>
        </p:txBody>
      </p:sp>
    </p:spTree>
  </p:cSld>
  <p:clrMapOvr>
    <a:masterClrMapping/>
  </p:clrMapOvr>
</p:sld>
</file>

<file path=ppt/slides/slide10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TELA-080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18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1064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Ambiente está em demonstração/mock → dados de treinamento são semeados e operações exibem aviso; mutação real não é feita → treinamento não altera eProtocolo oficial.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RN-154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Operação real mutável é solicitada → exige flags real e confirmado e configuração controlada → criação/anexo/assinatura/tramitação não ocorre por engano.</a:t>
            </a:r>
          </a:p>
        </p:txBody>
      </p:sp>
    </p:spTree>
  </p:cSld>
  <p:clrMapOvr>
    <a:masterClrMapping/>
  </p:clrMapOvr>
</p:sld>
</file>

<file path=ppt/slides/slide10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TELA-080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5–6 de 18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1065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Usuário não possui permissão de criação de protocolo → views de criar/vincular bloqueiam → integração respeita política própria além do RBAC de área.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Documento principal tem origem suportada → serviço resolve/genera PDF e envia; anexo adicional cria ProtocoloDocumento → estado pode avançar para documentos enviados.</a:t>
            </a:r>
          </a:p>
        </p:txBody>
      </p:sp>
    </p:spTree>
  </p:cSld>
  <p:clrMapOvr>
    <a:masterClrMapping/>
  </p:clrMapOvr>
</p:sld>
</file>

<file path=ppt/slides/slide10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TELA-080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7–8 de 18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1066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Assinatura remota é solicitada → CPF é normalizado, registro local inicia pendente e resultado remoto atualiza status → acompanhamento guarda payload e assinante.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RN-158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Tramitação é solicitada → destino/CPF/parecer formam a operação e uma linha local registra de/para → histórico de tramitação é preservado.</a:t>
            </a:r>
          </a:p>
        </p:txBody>
      </p:sp>
    </p:spTree>
  </p:cSld>
  <p:clrMapOvr>
    <a:masterClrMapping/>
  </p:clrMapOvr>
</p:sld>
</file>

<file path=ppt/slides/slide10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TELA-080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9–10 de 18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1067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Toda chamada de integração é registrada → endpoint, método, sucesso/mock, erro e payloads ficam em ProtocoloLog → auditoria operacional do conector.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Tipo documental é solicitado → registro/template precisa existir e formato ser compatível; duplicidade de registro falha → geração não aceita tipo arbitrário.</a:t>
            </a:r>
          </a:p>
        </p:txBody>
      </p:sp>
    </p:spTree>
  </p:cSld>
  <p:clrMapOvr>
    <a:masterClrMapping/>
  </p:clrMapOvr>
</p:sld>
</file>

<file path=ppt/slides/slide10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TELA-080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11–12 de 18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1068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Caminho de template é resolvido → deve permanecer dentro de documentos/resources → traversal/caminho externo é rejeitado.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Payload não contém placeholder obrigatório ou saída mantém placeholder → geração levanta erro explícito → marcadores não vazam para documento final.</a:t>
            </a:r>
          </a:p>
        </p:txBody>
      </p:sp>
    </p:spTree>
  </p:cSld>
  <p:clrMapOvr>
    <a:masterClrMapping/>
  </p:clrMapOvr>
</p:sld>
</file>

<file path=ppt/slides/slide10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TELA-080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13–14 de 18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1069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DOCX é solicitado → docxtpl preenche template e retorna bytes; pacote/template ausente falha explicitamente → nenhum pacote é instalado durante request.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PDF em auto é solicitado → cadeia varia por SO e disponibilidade: Word/LibreOffice/unoserver/WeasyPrint/simple conforme preferência/configuração → melhor motor disponível é tentado.</a:t>
            </a:r>
          </a:p>
        </p:txBody>
      </p:sp>
    </p:spTree>
  </p:cSld>
  <p:clrMapOvr>
    <a:masterClrMapping/>
  </p:clrMapOvr>
</p:sld>
</file>

<file path=ppt/slides/slide10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TELA-080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15–16 de 18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1070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Motor explícito falha e fallback automático está ligado → motores seguintes são tentados; sem motor, erro inclui orientação → falha não some em silêncio.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PDF simples não está permitido → simple não entra na cadeia; quando permitido, produz layout mínimo → fidelidade reduzida é fallback deliberado.</a:t>
            </a:r>
          </a:p>
        </p:txBody>
      </p:sp>
    </p:spTree>
  </p:cSld>
  <p:clrMapOvr>
    <a:masterClrMapping/>
  </p:clrMapOvr>
</p:sld>
</file>

<file path=ppt/slides/slide10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TELA-080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17–18 de 18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1071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Conteúdo+template+formato+versão equivalentes geram chave idêntica → artefato válido pode ser reutilizado; mudança no payload/template invalida → cache é determinístico.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Arquivos atualmente geráveis e comprovados no repositório → Ofício (DOCX/PDF), Justificativa (DOCX/PDF), Termo (DOCX/PDF, individual/lote), Plano (DOCX/PDF), Ordem (DOCX/PDF), Relatório Técnico (DOCX/PDF), Diário de Bordo (XLSX/PDF), prestação consolidada (PDF) → não foi localizado gerador ODT.</a:t>
            </a:r>
          </a:p>
        </p:txBody>
      </p:sp>
    </p:spTree>
  </p:cSld>
  <p:clrMapOvr>
    <a:masterClrMapping/>
  </p:clrMapOvr>
</p:sld>
</file>

<file path=ppt/slides/slide10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TELA-080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1072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401 JSON para sessão expirada em AJAX/API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9560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10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TELA-081 · Lista de protocolos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1073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otocolos-lis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Localizar, filtrar e abrir registros do módulo, respeitando a área ativa e o papel do usuário.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Protocolos pelo menu e siga para `/protocolos/`;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para localizar registros, comparar estados e iniciar consulta, edição ou criação.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Recebe documentos de ofícios, termos, planos, ordens e prestação.</a:t>
            </a:r>
          </a:p>
        </p:txBody>
      </p:sp>
    </p:spTree>
  </p:cSld>
  <p:clrMapOvr>
    <a:masterClrMapping/>
  </p:clrMapOvr>
</p:sld>
</file>

<file path=ppt/slides/slide10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Lista de protocolos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1074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otocolos-lis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Confirme módulo, área ativa e perfil antes de agir.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Filtros e ordenação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Use os controles para reduzir e organizar os resultados.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Registros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Cada card ou linha resume dados, situação e vínculos.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Abra, edite, crie ou baixe conforme estado e permissão.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TELA-081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Buscar protocolos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Restringe os resultados desta tela e não altera os registros persistidos.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</p:spTree>
  </p:cSld>
  <p:clrMapOvr>
    <a:masterClrMapping/>
  </p:clrMapOvr>
</p:sld>
</file>

<file path=ppt/slides/slide10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TELA-081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1076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Novo protocolo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Limpar filtros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Muda somente a apresentação ou os critérios da tela; não modifica o cadastro persistido.</a:t>
            </a:r>
          </a:p>
        </p:txBody>
      </p:sp>
    </p:spTree>
  </p:cSld>
  <p:clrMapOvr>
    <a:masterClrMapping/>
  </p:clrMapOvr>
</p:sld>
</file>

<file path=ppt/slides/slide10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TELA-081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5–5 de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1077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detalhe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10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TELA-081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1078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Protocolo local é criado → status começa rascunho e pode evoluir por criado, documentos enviados, aguardando assinatura, tramitação, pendência, concluído, erro ou cancelado → integração mantém estado local próprio.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Origem é escolhida → interna, manual ou eProtocolo real determinam se há criação remota, simples vínculo ou importação → mesmo modelo representa três fluxos.</a:t>
            </a:r>
          </a:p>
        </p:txBody>
      </p:sp>
    </p:spTree>
  </p:cSld>
  <p:clrMapOvr>
    <a:masterClrMapping/>
  </p:clrMapOvr>
</p:sld>
</file>

<file path=ppt/slides/slide10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TELA-081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1079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Ambiente está em demonstração/mock → dados de treinamento são semeados e operações exibem aviso; mutação real não é feita → treinamento não altera eProtocolo oficial.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RN-154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Operação real mutável é solicitada → exige flags real e confirmado e configuração controlada → criação/anexo/assinatura/tramitação não ocorre por engano.</a:t>
            </a:r>
          </a:p>
        </p:txBody>
      </p:sp>
    </p:spTree>
  </p:cSld>
  <p:clrMapOvr>
    <a:masterClrMapping/>
  </p:clrMapOvr>
</p:sld>
</file>

<file path=ppt/slides/slide10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TELA-081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5–6 de 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1080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Usuário não possui permissão de criação de protocolo → views de criar/vincular bloqueiam → integração respeita política própria além do RBAC de área.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RN-159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Sincronização encontra pendências abertas → status local vira com pendência; sem pendências e antes “criado”, pode avançar para tramitação → estado local deriva da resposta remota.</a:t>
            </a:r>
          </a:p>
        </p:txBody>
      </p:sp>
    </p:spTree>
  </p:cSld>
  <p:clrMapOvr>
    <a:masterClrMapping/>
  </p:clrMapOvr>
</p:sld>
</file>

<file path=ppt/slides/slide10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TELA-081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7–8 de 8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1081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Protocolo está concluído/cancelado ou inativo → sincronização em lote o exclui do conjunto ativo → polling não processa fluxos terminais.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RN-161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Toda chamada de integração é registrada → endpoint, método, sucesso/mock, erro e payloads ficam em ProtocoloLog → auditoria operacional do conector.</a:t>
            </a:r>
          </a:p>
        </p:txBody>
      </p:sp>
    </p:spTree>
  </p:cSld>
  <p:clrMapOvr>
    <a:masterClrMapping/>
  </p:clrMapOvr>
</p:sld>
</file>

<file path=ppt/slides/slide10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TELA-081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1082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10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TELA-082 · Novo protocolo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1083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otocolos-nov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Cadastrar um novo registro com validações de formato, obrigatoriedade e coerência de domínio.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Protocolos pelo menu e siga para `/protocolos/novo/`;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ainda não existe um registro para o processo que será iniciado.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Recebe documentos de ofícios, termos, planos, ordens e prestação.</a:t>
            </a:r>
          </a:p>
        </p:txBody>
      </p:sp>
    </p:spTree>
  </p:cSld>
  <p:clrMapOvr>
    <a:masterClrMapping/>
  </p:clrMapOvr>
</p:sld>
</file>

<file path=ppt/slides/slide10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Novo protocolo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1084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otocolos-nov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Etapa e 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identifica registro, sequência e pendências.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Campos principais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Preencha os dados visíveis e observe obrigatoriedades.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Dependências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Escolhas podem revelar, bloquear ou preencher outros campos.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Continuidade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Salvar ou avançar valida os dados e conduz ao próximo estado.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1085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Ofício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Ofícios protocoláveis   ·   Obrigatório: Sim no fluxo de ofício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Oferece somente ofícios ainda disponíveis para protocolização.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Número do protocolo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  ·   Preenchimento: Manual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normalizado e pode ficar vazio enquanto o protocolo ainda não possui número.</a:t>
            </a:r>
          </a:p>
        </p:txBody>
      </p:sp>
    </p:spTree>
  </p:cSld>
  <p:clrMapOvr>
    <a:masterClrMapping/>
  </p:clrMapOvr>
</p:sld>
</file>

<file path=ppt/slides/slide10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1086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Assunto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  ·   Preenchimento: Manual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Aceita até 255 caracteres e identifica o protocolo.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Descrição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longo   ·   Preenchimento: Manual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Registra o contexto do vínculo ou criação.</a:t>
            </a:r>
          </a:p>
        </p:txBody>
      </p:sp>
    </p:spTree>
  </p:cSld>
  <p:clrMapOvr>
    <a:masterClrMapping/>
  </p:clrMapOvr>
</p:sld>
</file>

<file path=ppt/slides/slide10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1087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Protocolar ofício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Cadastrar protocolo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10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TELA-082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7–7 de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1088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10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TELA-082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6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1089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Protocolo local é criado → status começa rascunho e pode evoluir por criado, documentos enviados, aguardando assinatura, tramitação, pendência, concluído, erro ou cancelado → integração mantém estado local próprio.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Origem é escolhida → interna, manual ou eProtocolo real determinam se há criação remota, simples vínculo ou importação → mesmo modelo representa três fluxos.</a:t>
            </a:r>
          </a:p>
        </p:txBody>
      </p:sp>
    </p:spTree>
  </p:cSld>
  <p:clrMapOvr>
    <a:masterClrMapping/>
  </p:clrMapOvr>
</p:sld>
</file>

<file path=ppt/slides/slide10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TELA-082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6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1090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Ambiente está em demonstração/mock → dados de treinamento são semeados e operações exibem aviso; mutação real não é feita → treinamento não altera eProtocolo oficial.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RN-154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Operação real mutável é solicitada → exige flags real e confirmado e configuração controlada → criação/anexo/assinatura/tramitação não ocorre por engano.</a:t>
            </a:r>
          </a:p>
        </p:txBody>
      </p:sp>
    </p:spTree>
  </p:cSld>
  <p:clrMapOvr>
    <a:masterClrMapping/>
  </p:clrMapOvr>
</p:sld>
</file>

<file path=ppt/slides/slide10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TELA-082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5–6 de 6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1091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Usuário não possui permissão de criação de protocolo → views de criar/vincular bloqueiam → integração respeita política própria além do RBAC de área.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RN-161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Toda chamada de integração é registrada → endpoint, método, sucesso/mock, erro e payloads ficam em ProtocoloLog → auditoria operacional do conector.</a:t>
            </a:r>
          </a:p>
        </p:txBody>
      </p:sp>
    </p:spTree>
  </p:cSld>
  <p:clrMapOvr>
    <a:masterClrMapping/>
  </p:clrMapOvr>
</p:sld>
</file>

<file path=ppt/slides/slide10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TELA-082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1092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401 JSON para sessão expirada em AJAX/API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9560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10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Exemplo prático · enviar um documento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Dados inteiramente fictícios · sequência completa da entrada ao resultado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1093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261872"/>
            <a:ext cx="566928" cy="566928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298448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298448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52A3A"/>
                </a:solidFill>
                <a:latin typeface="Aptos"/>
              </a:rPr>
              <a:t>Crie um protocolo interno fictício.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231136"/>
            <a:ext cx="566928" cy="566928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267712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267712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52A3A"/>
                </a:solidFill>
                <a:latin typeface="Aptos"/>
              </a:rPr>
              <a:t>Informe número, assunto e descrição.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00400"/>
            <a:ext cx="566928" cy="566928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36976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236976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52A3A"/>
                </a:solidFill>
                <a:latin typeface="Aptos"/>
              </a:rPr>
              <a:t>Vincule o arquivo gerado.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169664"/>
            <a:ext cx="566928" cy="566928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206240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206240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52A3A"/>
                </a:solidFill>
                <a:latin typeface="Aptos"/>
              </a:rPr>
              <a:t>Execute o envio quando a integração estiver disponível.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5138928"/>
            <a:ext cx="566928" cy="566928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5175504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71A33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5175504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52A3A"/>
                </a:solidFill>
                <a:latin typeface="Aptos"/>
              </a:rPr>
              <a:t>Acompanhe retorno e histórico no detalhe.</a:t>
            </a:r>
          </a:p>
        </p:txBody>
      </p:sp>
    </p:spTree>
  </p:cSld>
  <p:clrMapOvr>
    <a:masterClrMapping/>
  </p:clrMapOvr>
</p:sld>
</file>

<file path=ppt/slides/slide10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Exemplo prático · enviar um documento · resultado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resultado esperado é conferido na própria interface antes da próxima ação.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PROTOCOLOS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1094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7644384" cy="5129783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otocolos-detalh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00174"/>
            <a:ext cx="7589520" cy="474345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613648" y="1508760"/>
            <a:ext cx="2788920" cy="33375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0" y="17830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RESULTADO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240280"/>
            <a:ext cx="22860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52A3A"/>
                </a:solidFill>
                <a:latin typeface="Aptos"/>
              </a:rPr>
              <a:t>Registro salvo na área ativa, estado atualizado e dados disponíveis para as páginas e documentos seguintes. Se houver pendência, a interface mantém a etapa incompleta e indica a correção necessária.</a:t>
            </a:r>
          </a:p>
        </p:txBody>
      </p:sp>
    </p:spTree>
  </p:cSld>
  <p:clrMapOvr>
    <a:masterClrMapping/>
  </p:clrMapOvr>
</p:sld>
</file>

<file path=ppt/slides/slide10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731520"/>
            <a:ext cx="960120" cy="960120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768096"/>
            <a:ext cx="960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071A33"/>
                </a:solidFill>
                <a:latin typeface="Aptos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Documentos e modelos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27248"/>
            <a:ext cx="9875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C5D7E5"/>
                </a:solidFill>
                <a:latin typeface="Aptos"/>
              </a:rPr>
              <a:t>Centralizar artefatos gerados, formatos disponíveis e modelos reutilizáveis.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5138928"/>
            <a:ext cx="2834640" cy="109728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DOCUMENTOS E MODELOS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1095</a:t>
            </a:r>
          </a:p>
        </p:txBody>
      </p:sp>
    </p:spTree>
  </p:cSld>
  <p:clrMapOvr>
    <a:masterClrMapping/>
  </p:clrMapOvr>
</p:sld>
</file>

<file path=ppt/slides/slide10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Documentos e modelos · visão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Objetivo, entradas, saídas e relações antes das páginas detalhadas.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VISÃO DOS MÓDULOS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1096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57800" cy="123444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OBJETIVO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773936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Centralizar artefatos gerados, formatos disponíveis e modelos reutilizáveis.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298448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453895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FUNÇÕES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773936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Consulta, visualização, download, geração assíncrona e integração com Drive.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2825496"/>
            <a:ext cx="5257800" cy="123444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2980944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ENTRADAS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300984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Dados dos módulos e templates documentais.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2825496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980944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SAÍDAS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300984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DOCX, PDF e XLSX, além de estados de geração e envio.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4443984"/>
            <a:ext cx="5349240" cy="123444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4599432"/>
            <a:ext cx="4892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RELAÇÕES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919472"/>
            <a:ext cx="4892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É uma capacidade transversal a todos os processos formais.</a:t>
            </a:r>
          </a:p>
        </p:txBody>
      </p:sp>
    </p:spTree>
  </p:cSld>
  <p:clrMapOvr>
    <a:masterClrMapping/>
  </p:clrMapOvr>
</p:sld>
</file>

<file path=ppt/slides/slide10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TELA-083 · Núcleo de documentos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DOCUMENTOS E MODELOS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1097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ocumentos-nucle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Gerar, anexar, consultar ou acompanhar documentos derivados do processo de viagem.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Documentos e modelos pelo menu e siga para `/documentos/`;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o processo alcançar esta etapa ou quando for necessário revisar o estado correspondente.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É uma capacidade transversal a todos os processos formais.</a:t>
            </a:r>
          </a:p>
        </p:txBody>
      </p:sp>
    </p:spTree>
  </p:cSld>
  <p:clrMapOvr>
    <a:masterClrMapping/>
  </p:clrMapOvr>
</p:sld>
</file>

<file path=ppt/slides/slide10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Núcleo de documentos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DOCUMENTOS E MODELOS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1098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ocumentos-nucle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Navegação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mantém área, usuário, tema e caminhos do módulo.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Conteúdo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 região central apresenta dados e controles da finalidade atual.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Avisos, badges e etapas mostram o andamento do processo.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Os comandos disponíveis dependem do estado e da autorização.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DOCUMENTOS E MODELOS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1099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Ofícios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Termos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</p:spTree>
  </p:cSld>
  <p:clrMapOvr>
    <a:masterClrMapping/>
  </p:clrMapOvr>
</p:sld>
</file>

<file path=ppt/slides/slide1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DOCUMENTOS E MODELOS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Justificativas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Planos de Trabalho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</p:spTree>
  </p:cSld>
  <p:clrMapOvr>
    <a:masterClrMapping/>
  </p:clrMapOvr>
</p:sld>
</file>

<file path=ppt/slides/slide1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DOCUMENTOS E MODELOS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Ordens de Serviço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Prestações de Contas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</p:spTree>
  </p:cSld>
  <p:clrMapOvr>
    <a:masterClrMapping/>
  </p:clrMapOvr>
</p:sld>
</file>

<file path=ppt/slides/slide1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DOCUMENTOS E MODELOS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Protocolos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Ofícios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1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DOCUMENTOS E MODELOS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Termos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Justificativas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1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11–12 de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DOCUMENTOS E MODELOS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Planos de Trabalho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Ordens de Serviço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1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TELA-083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13–14 de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DOCUMENTOS E MODELOS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Prestações de Contas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Protocolos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1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TELA-083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21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DOCUMENTOS E MODELOS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Tipo documental é solicitado → registro/template precisa existir e formato ser compatível; duplicidade de registro falha → geração não aceita tipo arbitrário.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Caminho de template é resolvido → deve permanecer dentro de documentos/resources → traversal/caminho externo é rejeitado.</a:t>
            </a:r>
          </a:p>
        </p:txBody>
      </p:sp>
    </p:spTree>
  </p:cSld>
  <p:clrMapOvr>
    <a:masterClrMapping/>
  </p:clrMapOvr>
</p:sld>
</file>

<file path=ppt/slides/slide1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TELA-083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21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DOCUMENTOS E MODELOS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Payload não contém placeholder obrigatório ou saída mantém placeholder → geração levanta erro explícito → marcadores não vazam para documento final.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DOCX é solicitado → docxtpl preenche template e retorna bytes; pacote/template ausente falha explicitamente → nenhum pacote é instalado durante request.</a:t>
            </a:r>
          </a:p>
        </p:txBody>
      </p:sp>
    </p:spTree>
  </p:cSld>
  <p:clrMapOvr>
    <a:masterClrMapping/>
  </p:clrMapOvr>
</p:sld>
</file>

<file path=ppt/slides/slide1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TELA-083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5–6 de 21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DOCUMENTOS E MODELOS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PDF em auto é solicitado → cadeia varia por SO e disponibilidade: Word/LibreOffice/unoserver/WeasyPrint/simple conforme preferência/configuração → melhor motor disponível é tentado.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Motor explícito falha e fallback automático está ligado → motores seguintes são tentados; sem motor, erro inclui orientação → falha não some em silêncio.</a:t>
            </a:r>
          </a:p>
        </p:txBody>
      </p:sp>
    </p:spTree>
  </p:cSld>
  <p:clrMapOvr>
    <a:masterClrMapping/>
  </p:clrMapOvr>
</p:sld>
</file>

<file path=ppt/slides/slide1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TELA-083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7–8 de 21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DOCUMENTOS E MODELOS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PDF simples não está permitido → simple não entra na cadeia; quando permitido, produz layout mínimo → fidelidade reduzida é fallback deliberado.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Conteúdo+template+formato+versão equivalentes geram chave idêntica → artefato válido pode ser reutilizado; mudança no payload/template invalida → cache é determinístico.</a:t>
            </a:r>
          </a:p>
        </p:txBody>
      </p:sp>
    </p:spTree>
  </p:cSld>
  <p:clrMapOvr>
    <a:masterClrMapping/>
  </p:clrMapOvr>
</p:sld>
</file>

<file path=ppt/slides/slide1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TELA-083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9–10 de 21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DOCUMENTOS E MODELOS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Geração assíncrona é pedida → job fica queued → processing → complete/error; pedido duplicado pode reutilizar dedupe_key → frontend recebe 202/status/result.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Resultado assíncrono pertence a outra área/usuário ou não concluiu → acesso é negado/202; concluído entrega arquivo → isolamento vale também para downloads.</a:t>
            </a:r>
          </a:p>
        </p:txBody>
      </p:sp>
    </p:spTree>
  </p:cSld>
  <p:clrMapOvr>
    <a:masterClrMapping/>
  </p:clrMapOvr>
</p:sld>
</file>

<file path=ppt/slides/slide1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TELA-083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11–12 de 21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DOCUMENTOS E MODELOS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PDF inline recebe Range válido → retorna faixa 206; Range inválido recebe 416; arquivo completo recebe 200 → visualizador suporta streaming.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Arquivo assinado é anexado a artefato → upload é validado e versão fica associada; remoção limpa vínculo → assinatura manual pode substituir consumo do gerado.</a:t>
            </a:r>
          </a:p>
        </p:txBody>
      </p:sp>
    </p:spTree>
  </p:cSld>
  <p:clrMapOvr>
    <a:masterClrMapping/>
  </p:clrMapOvr>
</p:sld>
</file>

<file path=ppt/slides/slide1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TELA-083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13–14 de 21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DOCUMENTOS E MODELOS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Versão documental assinada é criada → conteúdo/hash/revogação tornam-se imutáveis; versão não pode ser excluída → cadeia de prova é preservada.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Conversão unoserver recebe URL inválida, serviço indisponível ou saída não-PDF → erro explícito; cache binário por SHA-256 pode reaproveitar conversões idênticas → não retorna bytes inválidos.</a:t>
            </a:r>
          </a:p>
        </p:txBody>
      </p:sp>
    </p:spTree>
  </p:cSld>
  <p:clrMapOvr>
    <a:masterClrMapping/>
  </p:clrMapOvr>
</p:sld>
</file>

<file path=ppt/slides/slide1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TELA-083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15–16 de 21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DOCUMENTOS E MODELOS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Arquivos atualmente geráveis e comprovados no repositório → Ofício (DOCX/PDF), Justificativa (DOCX/PDF), Termo (DOCX/PDF, individual/lote), Plano (DOCX/PDF), Ordem (DOCX/PDF), Relatório Técnico (DOCX/PDF), Diário de Bordo (XLSX/PDF), prestação consolidada (PDF) → não foi localizado gerador ODT.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RN-162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Artefato/documento relevante é salvo → signals podem organizar/sincronizar no Drive; falha é registrada e, quando há request, gera mensagem → erro externo não desaparece silenciosamente.</a:t>
            </a:r>
          </a:p>
        </p:txBody>
      </p:sp>
    </p:spTree>
  </p:cSld>
  <p:clrMapOvr>
    <a:masterClrMapping/>
  </p:clrMapOvr>
</p:sld>
</file>

<file path=ppt/slides/slide1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TELA-083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17–18 de 21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DOCUMENTOS E MODELOS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Credenciais/tokens são persistidos → migração criptografa tokens e credenciais podem ser por usuário/área → segredo não fica em texto simples de regra.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Reorganização é iniciada → job começa em andamento e contabiliza eventos processados, avulsos e erros; termina concluída ou erro → execução longa tem progresso persistido.</a:t>
            </a:r>
          </a:p>
        </p:txBody>
      </p:sp>
    </p:spTree>
  </p:cSld>
  <p:clrMapOvr>
    <a:masterClrMapping/>
  </p:clrMapOvr>
</p:sld>
</file>

<file path=ppt/slides/slide1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TELA-083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19–20 de 21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DOCUMENTOS E MODELOS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Arquivo sincronizado representa documento/evento → IDs de arquivo/pasta/atalho e flag mock são gravados → modo real e simulado são distinguíveis.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RN-166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Sincronização falha → DriveSyncStatus incrementa tentativas e mantém último erro; tarefas de retry processam pendências → efeito externo é recuperável.</a:t>
            </a:r>
          </a:p>
        </p:txBody>
      </p:sp>
    </p:spTree>
  </p:cSld>
  <p:clrMapOvr>
    <a:masterClrMapping/>
  </p:clrMapOvr>
</p:sld>
</file>

<file path=ppt/slides/slide1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TELA-083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21–21 de 21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DOCUMENTOS E MODELOS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Registro de origem é excluído → arquivos/atalhos relacionados são removidos conforme signals/serviços → limpeza externa acompanha cascata local quando possível.</a:t>
            </a:r>
          </a:p>
        </p:txBody>
      </p:sp>
    </p:spTree>
  </p:cSld>
  <p:clrMapOvr>
    <a:masterClrMapping/>
  </p:clrMapOvr>
</p:sld>
</file>

<file path=ppt/slides/slide1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TELA-083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DOCUMENTOS E MODELOS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401 JSON para sessão expirada em AJAX/API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1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731520"/>
            <a:ext cx="960120" cy="960120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768096"/>
            <a:ext cx="960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071A33"/>
                </a:solidFill>
                <a:latin typeface="Aptos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Administração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27248"/>
            <a:ext cx="9875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C5D7E5"/>
                </a:solidFill>
                <a:latin typeface="Aptos"/>
              </a:rPr>
              <a:t>Configurar a instituição, áreas, usuários, numeração e parâmetros operacionais.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5138928"/>
            <a:ext cx="2834640" cy="109728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1118</a:t>
            </a:r>
          </a:p>
        </p:txBody>
      </p:sp>
    </p:spTree>
  </p:cSld>
  <p:clrMapOvr>
    <a:masterClrMapping/>
  </p:clrMapOvr>
</p:sld>
</file>

<file path=ppt/slides/slide1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Administração · visão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Objetivo, entradas, saídas e relações antes das páginas detalhadas.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VISÃO DOS MÓDULOS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57800" cy="123444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OBJETIVO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773936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Configurar a instituição, áreas, usuários, numeração e parâmetros operacionais.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298448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453895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FUNÇÕES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773936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Áreas, vínculos, usuários, identidade documental, diárias e roteiros.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2825496"/>
            <a:ext cx="5257800" cy="123444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2980944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ENTRADAS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300984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Parâmetros institucionais e papéis de acesso.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2825496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980944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SAÍDAS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300984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Comportamento padronizado e autorização por área.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4443984"/>
            <a:ext cx="5349240" cy="123444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4599432"/>
            <a:ext cx="4892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Aptos"/>
              </a:rPr>
              <a:t>RELAÇÕES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919472"/>
            <a:ext cx="4892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Define opções e permissões consumidas por todo o sistema.</a:t>
            </a:r>
          </a:p>
        </p:txBody>
      </p:sp>
    </p:spTree>
  </p:cSld>
  <p:clrMapOvr>
    <a:masterClrMapping/>
  </p:clrMapOvr>
</p:sld>
</file>

<file path=ppt/slides/slide1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TELA-084 · Editar área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1120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rea-edit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Revisar e atualizar dados existentes, preservando vínculos e regras de autorização.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Administração pelo menu e siga para `/usuarios/areas/1/`;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para corrigir ou complementar um registro já existente, dentro das permissões da área.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Define opções e permissões consumidas por todo o sistema.</a:t>
            </a:r>
          </a:p>
        </p:txBody>
      </p:sp>
    </p:spTree>
  </p:cSld>
  <p:clrMapOvr>
    <a:masterClrMapping/>
  </p:clrMapOvr>
</p:sld>
</file>

<file path=ppt/slides/slide1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Editar área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1121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rea-edit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Etapa e 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identifica registro, sequência e pendências.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Campos principais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Preencha os dados visíveis e observe obrigatoriedades.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Dependências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Escolhas podem revelar, bloquear ou preencher outros campos.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Continuidade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Salvar ou avançar valida os dados e conduz ao próximo estado.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Nome da área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  ·   Preenchimento: Manual   ·   Obrigatório: Sim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Identifica o recorte territorial/organizacional usado pelo sistema.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Sigla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  ·   Preenchimento: Manual   ·   Obrigatório: Sim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normalizada e usada para resolver a área ativa.</a:t>
            </a:r>
          </a:p>
        </p:txBody>
      </p:sp>
    </p:spTree>
  </p:cSld>
  <p:clrMapOvr>
    <a:masterClrMapping/>
  </p:clrMapOvr>
</p:sld>
</file>

<file path=ppt/slides/slide1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TELA-084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Salvar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Superusuário/administrador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Valida e persiste a área e os vínculos permitidos.</a:t>
            </a:r>
          </a:p>
        </p:txBody>
      </p:sp>
    </p:spTree>
  </p:cSld>
  <p:clrMapOvr>
    <a:masterClrMapping/>
  </p:clrMapOvr>
</p:sld>
</file>

<file path=ppt/slides/slide1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TELA-084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descarte de área de sessão inválida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1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TELA-085 · Lista de áreas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1125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reas-lis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Localizar, filtrar e abrir registros do módulo, respeitando a área ativa e o papel do usuário.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Administração pelo menu e siga para `/usuarios/areas/`;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para localizar registros, comparar estados e iniciar consulta, edição ou criação.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Define opções e permissões consumidas por todo o sistema.</a:t>
            </a:r>
          </a:p>
        </p:txBody>
      </p:sp>
    </p:spTree>
  </p:cSld>
  <p:clrMapOvr>
    <a:masterClrMapping/>
  </p:clrMapOvr>
</p:sld>
</file>

<file path=ppt/slides/slide1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Lista de áreas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reas-lis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Confirme módulo, área ativa e perfil antes de agir.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Filtros e ordenação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Use os controles para reduzir e organizar os resultados.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Registros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Cada card ou linha resume dados, situação e vínculos.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Abra, edite, crie ou baixe conforme estado e permissão.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Buscar áreas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Restringe os resultados desta tela e não altera os registros persistidos.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Nome da área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</p:spTree>
  </p:cSld>
  <p:clrMapOvr>
    <a:masterClrMapping/>
  </p:clrMapOvr>
</p:sld>
</file>

<file path=ppt/slides/slide1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Sigla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Usuário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</p:spTree>
  </p:cSld>
  <p:clrMapOvr>
    <a:masterClrMapping/>
  </p:clrMapOvr>
</p:sld>
</file>

<file path=ppt/slides/slide1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Perfil na área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um elemento visível próprio deste estado, usado para localizar, distinguir ou abrir registros do mesmo domínio.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Nova área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1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Salvar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validação deste estado e persiste somente os dados próprios da etapa quando a pessoa tem permissão.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Cancelar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</p:spTree>
  </p:cSld>
  <p:clrMapOvr>
    <a:masterClrMapping/>
  </p:clrMapOvr>
</p:sld>
</file>

<file path=ppt/slides/slide1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Limpar busca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Muda somente a apresentação ou os critérios da tela; não modifica o cadastro persistido.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Editar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1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11–12 de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Vincular usuário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validação deste estado e persiste somente os dados próprios da etapa quando a pessoa tem permissão.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Desvincular usuário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validação deste estado e persiste somente os dados próprios da etapa quando a pessoa tem permissão.</a:t>
            </a:r>
          </a:p>
        </p:txBody>
      </p:sp>
    </p:spTree>
  </p:cSld>
  <p:clrMapOvr>
    <a:masterClrMapping/>
  </p:clrMapOvr>
</p:sld>
</file>

<file path=ppt/slides/slide1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TELA-085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13–13 de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Excluir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</p:spTree>
  </p:cSld>
  <p:clrMapOvr>
    <a:masterClrMapping/>
  </p:clrMapOvr>
</p:sld>
</file>

<file path=ppt/slides/slide1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TELA-085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descarte de área de sessão inválida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1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TELA-086 · Configuração institucional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1135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nfiguraca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Executar a etapa operacional de administração indicada pelo título, com feedback de validação e estado.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Administração pelo menu e siga para `/cadastros/configuracao/`;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o processo alcançar esta etapa ou quando for necessário revisar o estado correspondente.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Define opções e permissões consumidas por todo o sistema.</a:t>
            </a:r>
          </a:p>
        </p:txBody>
      </p:sp>
    </p:spTree>
  </p:cSld>
  <p:clrMapOvr>
    <a:masterClrMapping/>
  </p:clrMapOvr>
</p:sld>
</file>

<file path=ppt/slides/slide1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Configuração institucional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1136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nfiguraca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Navegação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mantém área, usuário, tema e caminhos do módulo.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Conteúdo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 região central apresenta dados e controles da finalidade atual.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Avisos, badges e etapas mostram o andamento do processo.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Os comandos disponíveis dependem do estado e da autorização.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Unidade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Busca com seleção   ·   Preenchimento: Unidades da área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Vincula a unidade institucional usada em cabeçalhos e documentos.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com máscara   ·   Preenchimento: Manual/consulta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Normaliza oito dígitos e consulta o serviço interno, que pode preencher endereço e UF.</a:t>
            </a:r>
          </a:p>
        </p:txBody>
      </p:sp>
    </p:spTree>
  </p:cSld>
  <p:clrMapOvr>
    <a:masterClrMapping/>
  </p:clrMapOvr>
</p:sld>
</file>

<file path=ppt/slides/slide1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Logradouro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Textos   ·   Preenchimento: Manual ou consulta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Normaliza e persiste o endereço institucional.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Número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Textos   ·   Preenchimento: Manual ou consulta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Normaliza e persiste o endereço institucional.</a:t>
            </a:r>
          </a:p>
        </p:txBody>
      </p:sp>
    </p:spTree>
  </p:cSld>
  <p:clrMapOvr>
    <a:masterClrMapping/>
  </p:clrMapOvr>
</p:sld>
</file>

<file path=ppt/slides/slide1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1139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Bairro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Textos   ·   Preenchimento: Manual ou consulta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Normaliza e persiste o endereço institucional.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Cidade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Textos   ·   Preenchimento: Manual/derivado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 UF é derivada da consulta quando possível e a cidade pode reutilizar a base geográfica.</a:t>
            </a:r>
          </a:p>
        </p:txBody>
      </p:sp>
    </p:spTree>
  </p:cSld>
  <p:clrMapOvr>
    <a:masterClrMapping/>
  </p:clrMapOvr>
</p:sld>
</file>

<file path=ppt/slides/slide1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UF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Textos   ·   Preenchimento: Manual/derivado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 UF é derivada da consulta quando possível e a cidade pode reutilizar a base geográfica.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Telefone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Textos com máscara   ·   Preenchimento: Manual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Valida telefone de 10/11 dígitos e persiste o contato.</a:t>
            </a:r>
          </a:p>
        </p:txBody>
      </p:sp>
    </p:spTree>
  </p:cSld>
  <p:clrMapOvr>
    <a:masterClrMapping/>
  </p:clrMapOvr>
</p:sld>
</file>

<file path=ppt/slides/slide1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Ramal (opcional)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E-mail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E-mail   ·   Preenchimento: Manual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Valida e persiste o endereço institucional.</a:t>
            </a:r>
          </a:p>
        </p:txBody>
      </p:sp>
    </p:spTree>
  </p:cSld>
  <p:clrMapOvr>
    <a:masterClrMapping/>
  </p:clrMapOvr>
</p:sld>
</file>

<file path=ppt/slides/slide1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11–12 de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Consultar CEP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1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13–14 de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Salvar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Administrador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Atualiza somente a configuração da área ativa.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aba Ofício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1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TELA-086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15–15 de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aba Roteiros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1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TELA-086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4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Endereço institucional informa UF+cidade → serviço resolve a cidade sede na base por comparação normalizada → documento reutiliza FK geográfica quando encontrada.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CEP é consultado → endpoint autenticado normaliza CEP e consulta serviço; erro de rede e não encontrado viram erros específicos → frontend não chama ViaCEP diretamente.</a:t>
            </a:r>
          </a:p>
        </p:txBody>
      </p:sp>
    </p:spTree>
  </p:cSld>
  <p:clrMapOvr>
    <a:masterClrMapping/>
  </p:clrMapOvr>
</p:sld>
</file>

<file path=ppt/slides/slide1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TELA-086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4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Configuração é acessada por área → get_for_area cria/resolve uma configuração por área; compatibilidade singleton existe para legado → dados institucionais ficam recortados.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Assinantes são configurados por tipo (ofício, justificativa, plano, ordem) e ordem → combinação configuração+tipo+ordem é única → geradores recebem política institucional ordenada.</a:t>
            </a:r>
          </a:p>
        </p:txBody>
      </p:sp>
    </p:spTree>
  </p:cSld>
  <p:clrMapOvr>
    <a:masterClrMapping/>
  </p:clrMapOvr>
</p:sld>
</file>

<file path=ppt/slides/slide1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TELA-086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401 JSON para sessão expirada em AJAX/API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9560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1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TELA-087 · Configuração — ofícios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1148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nfiguracao-of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3792"/>
            <a:ext cx="6720840" cy="442707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Executar a etapa operacional de administração indicada pelo título, com feedback de validação e estado.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Administração pelo menu e siga para `/cadastros/configuracao/oficio/`;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o processo alcançar esta etapa ou quando for necessário revisar o estado correspondente.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Define opções e permissões consumidas por todo o sistema.</a:t>
            </a:r>
          </a:p>
        </p:txBody>
      </p:sp>
    </p:spTree>
  </p:cSld>
  <p:clrMapOvr>
    <a:masterClrMapping/>
  </p:clrMapOvr>
</p:sld>
</file>

<file path=ppt/slides/slide1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Configuração — ofícios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1149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nfiguracao-of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1891"/>
            <a:ext cx="7543800" cy="49691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Navegação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mantém área, usuário, tema e caminhos do módulo.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53794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55166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307592" y="1739115"/>
            <a:ext cx="6995160" cy="71397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Conteúdo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 região central apresenta dados e controles da finalidade atual.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2979003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2992719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44363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Avisos, badges e etapas mostram o andamento do processo.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70985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84701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211049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Os comandos disponíveis dependem do estado e da autorização.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364200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377916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7191755" y="5486400"/>
            <a:ext cx="1110997" cy="7896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TELA-087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Assinante padrão — Ofício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Assinante padrão — Justificativa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1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TELA-087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1151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Assinante padrão — Plano de trabalho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Assinante padrão — Ordem de serviço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</p:spTree>
  </p:cSld>
  <p:clrMapOvr>
    <a:masterClrMapping/>
  </p:clrMapOvr>
</p:sld>
</file>

<file path=ppt/slides/slide1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TELA-087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Destinatário do ofício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Busca ou texto livre   ·   Preenchimento: Servidor/manual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Pode preencher nome, cargo e unidade a partir do servidor, mantendo edição posterior.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Cargo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Textos   ·   Preenchimento: Automático ou manual   ·   Obrigatório: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Compõem o endereçamento usado nos ofícios.</a:t>
            </a:r>
          </a:p>
        </p:txBody>
      </p:sp>
    </p:spTree>
  </p:cSld>
  <p:clrMapOvr>
    <a:masterClrMapping/>
  </p:clrMapOvr>
</p:sld>
</file>

<file path=ppt/slides/slide1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TELA-087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1153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Unidade lotada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Campo/controle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preenchido ou consultado somente neste estado; dependências e validações seguem a regra funcional vinculada à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Selecionar ou limpar assinante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Muda somente a apresentação ou os critérios da tela; não modifica o cadastro persistido.</a:t>
            </a:r>
          </a:p>
        </p:txBody>
      </p:sp>
    </p:spTree>
  </p:cSld>
  <p:clrMapOvr>
    <a:masterClrMapping/>
  </p:clrMapOvr>
</p:sld>
</file>

<file path=ppt/slides/slide1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TELA-087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Selecionar destinatário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</p:spTree>
  </p:cSld>
  <p:clrMapOvr>
    <a:masterClrMapping/>
  </p:clrMapOvr>
</p:sld>
</file>

<file path=ppt/slides/slide1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TELA-087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11–12 de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1155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Salvar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Administrador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Persiste assinantes, destinatário e parâmetros da área.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aba Instituição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1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TELA-087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13–13 de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1156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aba Roteiros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1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TELA-087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3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1157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Configuração é acessada por área → get_for_area cria/resolve uma configuração por área; compatibilidade singleton existe para legado → dados institucionais ficam recortados.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Assinantes são configurados por tipo (ofício, justificativa, plano, ordem) e ordem → combinação configuração+tipo+ordem é única → geradores recebem política institucional ordenada.</a:t>
            </a:r>
          </a:p>
        </p:txBody>
      </p:sp>
    </p:spTree>
  </p:cSld>
  <p:clrMapOvr>
    <a:masterClrMapping/>
  </p:clrMapOvr>
</p:sld>
</file>

<file path=ppt/slides/slide1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TELA-087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3–3 de 3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1158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Prazo institucional existe → usa ConfiguracaoSistema.prazo_justificativa_dias; ausência cai em 10 dias → regra tem fallback.</a:t>
            </a:r>
          </a:p>
        </p:txBody>
      </p:sp>
    </p:spTree>
  </p:cSld>
  <p:clrMapOvr>
    <a:masterClrMapping/>
  </p:clrMapOvr>
</p:sld>
</file>

<file path=ppt/slides/slide1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TELA-087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1159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1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TELA-088 · Configuração — roteiros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1160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nfiguracao-roteir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23" y="1261872"/>
            <a:ext cx="5541233" cy="501091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Executar a etapa operacional de administração indicada pelo título, com feedback de validação e estado.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Administração pelo menu e siga para `/cadastros/configuracao/roteiros/`;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quando o processo alcançar esta etapa ou quando for necessário revisar o estado correspondente.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Define opções e permissões consumidas por todo o sistema.</a:t>
            </a:r>
          </a:p>
        </p:txBody>
      </p:sp>
    </p:spTree>
  </p:cSld>
  <p:clrMapOvr>
    <a:masterClrMapping/>
  </p:clrMapOvr>
</p:sld>
</file>

<file path=ppt/slides/slide1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Configuração — roteiros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1161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nfiguracao-roteir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756" y="1234440"/>
            <a:ext cx="5622127" cy="50840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Navegação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 cabeçalho mantém área, usuário, tema e caminhos do módulo.</a:t>
            </a:r>
          </a:p>
        </p:txBody>
      </p:sp>
      <p:sp>
        <p:nvSpPr>
          <p:cNvPr id="15" name="Oval 14"/>
          <p:cNvSpPr/>
          <p:nvPr/>
        </p:nvSpPr>
        <p:spPr>
          <a:xfrm>
            <a:off x="1712358" y="149083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12358" y="150455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14694" y="1692005"/>
            <a:ext cx="6188058" cy="118507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Conteúdo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 região central apresenta dados e controles da finalidade atual.</a:t>
            </a:r>
          </a:p>
        </p:txBody>
      </p:sp>
      <p:sp>
        <p:nvSpPr>
          <p:cNvPr id="23" name="Oval 22"/>
          <p:cNvSpPr/>
          <p:nvPr/>
        </p:nvSpPr>
        <p:spPr>
          <a:xfrm>
            <a:off x="3174111" y="296521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74111" y="297893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576447" y="3035808"/>
            <a:ext cx="4726305" cy="13057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Estado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Avisos, badges e etapas mostram o andamento do processo.</a:t>
            </a:r>
          </a:p>
        </p:txBody>
      </p:sp>
      <p:sp>
        <p:nvSpPr>
          <p:cNvPr id="31" name="Oval 30"/>
          <p:cNvSpPr/>
          <p:nvPr/>
        </p:nvSpPr>
        <p:spPr>
          <a:xfrm>
            <a:off x="4916970" y="4287072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16970" y="4300788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319306" y="4261104"/>
            <a:ext cx="2983446" cy="22713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Os comandos disponíveis dependem do estado e da autorização.</a:t>
            </a:r>
          </a:p>
        </p:txBody>
      </p:sp>
      <p:sp>
        <p:nvSpPr>
          <p:cNvPr id="39" name="Oval 38"/>
          <p:cNvSpPr/>
          <p:nvPr/>
        </p:nvSpPr>
        <p:spPr>
          <a:xfrm>
            <a:off x="6097617" y="540556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7617" y="541928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6499953" y="5486400"/>
            <a:ext cx="1802799" cy="120335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1162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Faixa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Interior, capital ou Brasília   ·   Obrigatório: Sim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Identifica a faixa tarifária da vigência.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Vigente a partir 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Data   ·   Preenchimento: Manual   ·   Obrigatório: Sim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Não permite repetição da mesma faixa e data.</a:t>
            </a:r>
          </a:p>
        </p:txBody>
      </p:sp>
    </p:spTree>
  </p:cSld>
  <p:clrMapOvr>
    <a:masterClrMapping/>
  </p:clrMapOvr>
</p:sld>
</file>

<file path=ppt/slides/slide1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1163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Diária de 24 horas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Valor monetário   ·   Preenchimento: Manual   ·   Obrigatório: Sim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Deve ser positiva e é a única entrada financeira da linha.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15%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Prévia calculada   ·   Preenchimento: Automático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São derivados para conferência; não são entradas persistidas.</a:t>
            </a:r>
          </a:p>
        </p:txBody>
      </p:sp>
    </p:spTree>
  </p:cSld>
  <p:clrMapOvr>
    <a:masterClrMapping/>
  </p:clrMapOvr>
</p:sld>
</file>

<file path=ppt/slides/slide1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1164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30%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Prévia calculada   ·   Preenchimento: Automático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São derivados para conferência; não são entradas persistidas.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Adicionar valor de diária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validação deste estado e persiste somente os dados próprios da etapa quando a pessoa tem permissão.</a:t>
            </a:r>
          </a:p>
        </p:txBody>
      </p:sp>
    </p:spTree>
  </p:cSld>
  <p:clrMapOvr>
    <a:masterClrMapping/>
  </p:clrMapOvr>
</p:sld>
</file>

<file path=ppt/slides/slide1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1165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Editar valor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Excluir valor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</p:spTree>
  </p:cSld>
  <p:clrMapOvr>
    <a:masterClrMapping/>
  </p:clrMapOvr>
</p:sld>
</file>

<file path=ppt/slides/slide1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1166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Voltar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Salvar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validação deste estado e persiste somente os dados próprios da etapa quando a pessoa tem permissão.</a:t>
            </a:r>
          </a:p>
        </p:txBody>
      </p:sp>
    </p:spTree>
  </p:cSld>
  <p:clrMapOvr>
    <a:masterClrMapping/>
  </p:clrMapOvr>
</p:sld>
</file>

<file path=ppt/slides/slide1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TELA-088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11–12 de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1167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aba Instituição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Abrir aba Ofício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</p:spTree>
  </p:cSld>
  <p:clrMapOvr>
    <a:masterClrMapping/>
  </p:clrMapOvr>
</p:sld>
</file>

<file path=ppt/slides/slide1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TELA-088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1–2 de 6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1168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Endereço institucional informa UF+cidade → serviço resolve a cidade sede na base por comparação normalizada → documento reutiliza FK geográfica quando encontrada.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Configuração é acessada por área → get_for_area cria/resolve uma configuração por área; compatibilidade singleton existe para legado → dados institucionais ficam recortados.</a:t>
            </a:r>
          </a:p>
        </p:txBody>
      </p:sp>
    </p:spTree>
  </p:cSld>
  <p:clrMapOvr>
    <a:masterClrMapping/>
  </p:clrMapOvr>
</p:sld>
</file>

<file path=ppt/slides/slide1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TELA-088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3–4 de 6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1169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Linha de tabela diária é salva → somente valor_24h é entrada; valores 15% e 30% são derivados com ROUND_HALF_UP para centavos e devem ser positivos → POST de derivados não controla o cálculo.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Nova vigência repete faixa+data → unicidade impede duplicidade; valor 24h precisa ser &gt; 0 → uma faixa tem uma linha por início de vigência.</a:t>
            </a:r>
          </a:p>
        </p:txBody>
      </p:sp>
    </p:spTree>
  </p:cSld>
  <p:clrMapOvr>
    <a:masterClrMapping/>
  </p:clrMapOvr>
</p:sld>
</file>

<file path=ppt/slides/slide1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TELA-088 · regras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Regras 5–6 de 6 aplicáveis especificamente a este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1170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72768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Cálculo começa → data da saída mais antiga escolhe uma única vigência para todo o roteiro → travessia de mudança de tabela não mistura valores.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76472"/>
            <a:ext cx="10771632" cy="1965960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1078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31920"/>
            <a:ext cx="9144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Não existe vigência para data/faixa → valores históricos internos são usados como último recurso → calculadora continua disponível, mas resultado sinaliza linha de tabela ausente.</a:t>
            </a:r>
          </a:p>
        </p:txBody>
      </p:sp>
    </p:spTree>
  </p:cSld>
  <p:clrMapOvr>
    <a:masterClrMapping/>
  </p:clrMapOvr>
</p:sld>
</file>

<file path=ppt/slides/slide1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TELA-088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1171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recorte estrito de querysets por área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FK entre áreas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1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TELA-089 · Lista de usuários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A · visão completa da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1172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34439"/>
            <a:ext cx="6775703" cy="5065776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suarios-lis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065"/>
            <a:ext cx="6720840" cy="420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80160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399031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FINALIDADE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673351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Localizar, filtrar e abrir registros do módulo, respeitando a área ativa e o papel do usuário.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05456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624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COMO CHEGAR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98648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Abra Administração pelo menu e siga para `/usuarios/`; em fluxos guiados, avance até esta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30752"/>
            <a:ext cx="4160520" cy="1042415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849624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QUANDO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123944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Use para localizar registros, comparar estados e iniciar consulta, edição ou criação.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56048"/>
            <a:ext cx="416052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5074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RELAÇÃO COM O FLUXO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5349240"/>
            <a:ext cx="3657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Define opções e permissões consumidas por todo o sistema.</a:t>
            </a:r>
          </a:p>
        </p:txBody>
      </p:sp>
    </p:spTree>
  </p:cSld>
  <p:clrMapOvr>
    <a:masterClrMapping/>
  </p:clrMapOvr>
</p:sld>
</file>

<file path=ppt/slides/slide1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Mapa visual · Lista de usuários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1173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suarios-lis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Confirme módulo, área ativa e perfil antes de agir.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Filtros e ordenação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Use os controles para reduzir e organizar os resultados.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Registros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Cada card ou linha resume dados, situação e vínculos.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Abra, edite, crie ou baixe conforme estado e permissão.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1–2 de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1174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Buscar usuários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Informação/controle   ·   Preenchimento: Manual, derivado ou consultado   ·   Obrigatório: Conforme a 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Restringe os resultados desta tela e não altera os registros persistidos.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Nome de usuário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  ·   Preenchimento: Manual   ·   Obrigatório: Sim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Passa pelo validador Django e identifica o acesso.</a:t>
            </a:r>
          </a:p>
        </p:txBody>
      </p:sp>
    </p:spTree>
  </p:cSld>
  <p:clrMapOvr>
    <a:masterClrMapping/>
  </p:clrMapOvr>
</p:sld>
</file>

<file path=ppt/slides/slide1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3–4 de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E-mail institucional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E-mail   ·   Preenchimento: Manual   ·   Obrigatório: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Valida e persiste o endereço do usuário.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Nome completo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Texto   ·   Preenchimento: Manual   ·   Obrigatório: Sim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É separado em nome e sobrenome pelo serviço.</a:t>
            </a:r>
          </a:p>
        </p:txBody>
      </p:sp>
    </p:spTree>
  </p:cSld>
  <p:clrMapOvr>
    <a:masterClrMapping/>
  </p:clrMapOvr>
</p:sld>
</file>

<file path=ppt/slides/slide1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5–6 de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1176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Senha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Senhas protegidas   ·   Preenchimento: Manual   ·   Obrigatório: Sim na criação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Devem coincidir e cumprir a política de senha sem exposição em claro.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Confirmação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Senhas protegidas   ·   Preenchimento: Manual   ·   Obrigatório: Sim na criação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Devem coincidir e cumprir a política de senha sem exposição em claro.</a:t>
            </a:r>
          </a:p>
        </p:txBody>
      </p:sp>
    </p:spTree>
  </p:cSld>
  <p:clrMapOvr>
    <a:masterClrMapping/>
  </p:clrMapOvr>
</p:sld>
</file>

<file path=ppt/slides/slide1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7–8 de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1177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Área de trabalho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Áreas disponíveis   ·   Obrigatório: Sim na criação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Cria o vínculo inicial que delimita os dados do usuário.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Perfil na área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Seleção   ·   Preenchimento: Leitor, editor ou administrador   ·   Obrigatório: Sim na criação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Persiste o papel do vínculo e controla operações de escrita.</a:t>
            </a:r>
          </a:p>
        </p:txBody>
      </p:sp>
    </p:spTree>
  </p:cSld>
  <p:clrMapOvr>
    <a:masterClrMapping/>
  </p:clrMapOvr>
</p:sld>
</file>

<file path=ppt/slides/slide1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9–10 de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1178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Novo usuário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operação indicada neste estado e apresenta o resultado ou a pendência sem atuar em outro módulo implicitamente.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Salvar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Administrador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Valida os dados e cria ou atualiza o usuário e seu vínculo.</a:t>
            </a:r>
          </a:p>
        </p:txBody>
      </p:sp>
    </p:spTree>
  </p:cSld>
  <p:clrMapOvr>
    <a:masterClrMapping/>
  </p:clrMapOvr>
</p:sld>
</file>

<file path=ppt/slides/slide1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11–12 de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1179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Cancelar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Limpar busca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Muda somente a apresentação ou os critérios da tela; não modifica o cadastro persistido.</a:t>
            </a:r>
          </a:p>
        </p:txBody>
      </p:sp>
    </p:spTree>
  </p:cSld>
  <p:clrMapOvr>
    <a:masterClrMapping/>
  </p:clrMapOvr>
</p:sld>
</file>

<file path=ppt/slides/slide1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13–14 de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1180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Editar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Abre o registro ou a etapa correspondente sem alterar dados por si só.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Vincular usuário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validação deste estado e persiste somente os dados próprios da etapa quando a pessoa tem permissão.</a:t>
            </a:r>
          </a:p>
        </p:txBody>
      </p:sp>
    </p:spTree>
  </p:cSld>
  <p:clrMapOvr>
    <a:masterClrMapping/>
  </p:clrMapOvr>
</p:sld>
</file>

<file path=ppt/slides/slide1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TELA-089 · campos e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C · itens 15–16 de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1181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81360" cy="212140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Desvincular usuário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Executa a validação deste estado e persiste somente os dados próprios da etapa quando a pessoa tem permissão.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1088136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A33"/>
                </a:solidFill>
                <a:latin typeface="Aptos"/>
              </a:rPr>
              <a:t>Excluir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5312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Tipo: Ação   ·   Preenchimento: Conforme permissão e estado   ·   Obrigatório: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6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Aptos"/>
              </a:rPr>
              <a:t>Dependências, validação, persistência e uso posterior: Solicita confirmação e respeita vínculos protegidos, estado do processo e autorização antes de alterar o registro.</a:t>
            </a:r>
          </a:p>
        </p:txBody>
      </p:sp>
    </p:spTree>
  </p:cSld>
  <p:clrMapOvr>
    <a:masterClrMapping/>
  </p:clrMapOvr>
</p:sld>
</file>

<file path=ppt/slides/slide1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TELA-089 · regras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Segurança, sessão, área e autorização aplicáveis ao estado; separadas das regras funcionais específicas.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1182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resolução da área 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984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descarte de área de sessão inválida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128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hierarquia LEITOR/EDITOR/ADMIN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128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408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bloqueio de escrita para leitor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272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exceções pessoais de perfil/logout/seleção de área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272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552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renovação periódica da sessão autenticada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headers CSP e Permissions-Policy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169663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X-Request-ID, métrica e log por requisição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56048"/>
            <a:ext cx="5257800" cy="71323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8406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Aptos"/>
              </a:rPr>
              <a:t>contexto visual can_edit_area</a:t>
            </a:r>
          </a:p>
        </p:txBody>
      </p:sp>
    </p:spTree>
  </p:cSld>
  <p:clrMapOvr>
    <a:masterClrMapping/>
  </p:clrMapOvr>
</p:sld>
</file>

<file path=ppt/slides/slide1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731520"/>
            <a:ext cx="960120" cy="960120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768096"/>
            <a:ext cx="960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071A33"/>
                </a:solidFill>
                <a:latin typeface="Aptos"/>
              </a:rPr>
              <a:t>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167 regras de negócio confirmadas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27248"/>
            <a:ext cx="9875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C5D7E5"/>
                </a:solidFill>
                <a:latin typeface="Aptos"/>
              </a:rPr>
              <a:t>Regras comprovadas, em linguagem operacional; referências técnicas permanecem na matriz Markdown.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5138928"/>
            <a:ext cx="2834640" cy="109728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167 REGRAS DE NEGÓCIO CONFIRMADAS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1183</a:t>
            </a:r>
          </a:p>
        </p:txBody>
      </p:sp>
    </p:spTree>
  </p:cSld>
  <p:clrMapOvr>
    <a:masterClrMapping/>
  </p:clrMapOvr>
</p:sld>
</file>

<file path=ppt/slides/slide1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RN-001–RN-002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A. Regras transversais: autenticação, área e permissões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1184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Usuário autenticado possui vínculos ativos → a área da sessão é usada se ainda válida; senão escolhe-se primeiro o vínculo padrão/por sigla → request.area e request.vinculo_area delimitam a operação.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Área gravada na sessão não pertence mais aos vínculos ativos → a chave é removida e outra área válida é resolvida → vínculo inválido não permanece ativo.</a:t>
            </a:r>
          </a:p>
        </p:txBody>
      </p:sp>
    </p:spTree>
  </p:cSld>
  <p:clrMapOvr>
    <a:masterClrMapping/>
  </p:clrMapOvr>
</p:sld>
</file>

<file path=ppt/slides/slide1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RN-003–RN-004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A. Regras transversais: autenticação, área e permissões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1185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Queryset de entidade por área é avaliado → registros são filtrados estritamente pela área ativa; sem área, apenas legados com área nula aparecem → não há compartilhamento implícito entre áreas.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Instância com area_id referencia FK de outra área → validação transversal levanta ValidationError → vínculo cruzado não é persistido.</a:t>
            </a:r>
          </a:p>
        </p:txBody>
      </p:sp>
    </p:spTree>
  </p:cSld>
  <p:clrMapOvr>
    <a:masterClrMapping/>
  </p:clrMapOvr>
</p:sld>
</file>

<file path=ppt/slides/slide1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RN-005–RN-006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A. Regras transversais: autenticação, área e permissões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1186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Papel mínimo é solicitado → superusuário sempre passa; vínculo ausente, inativo ou abaixo de LEITOR/EDITOR/ADMIN falha conforme configuração → autorização segue ordem LEITOR &lt; EDITOR &lt; ADMIN.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Usuário LEITOR (ou sem vínculo quando obrigatório) envia método mutável → middleware responde 403 JSON para AJAX ou PermissionDenied para página → leitura continua, escrita é bloqueada.</a:t>
            </a:r>
          </a:p>
        </p:txBody>
      </p:sp>
    </p:spTree>
  </p:cSld>
  <p:clrMapOvr>
    <a:masterClrMapping/>
  </p:clrMapOvr>
</p:sld>
</file>

<file path=ppt/slides/slide1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RN-007–RN-008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A. Regras transversais: autenticação, área e permissões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1187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Operação atinge /logout/, /perfil/ ou seleção de área → exceção pessoal ao bloqueio global de escrita → usuário pode gerenciar sua sessão/área mesmo como leitor.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Requisição não autenticada espera JSON/AJAX → expiração de sessão retorna JSON 401 com login_url; página normal redireciona para login → frontend não recebe HTML inesperado em endpoint JSON.</a:t>
            </a:r>
          </a:p>
        </p:txBody>
      </p:sp>
    </p:spTree>
  </p:cSld>
  <p:clrMapOvr>
    <a:masterClrMapping/>
  </p:clrMapOvr>
</p:sld>
</file>

<file path=ppt/slides/slide1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RN-009–RN-010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A. Regras transversais: autenticação, área e permissões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1188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Sessão autenticada ultrapassa o intervalo configurado → marcação _renovada_em é atualizada → validade desliza sem escrita em toda requisição; sessão anônima não é criada.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Toda resposta passa pelo middleware de segurança → CSP restringe scripts/origens e políticas desativam câmera, microfone, geolocalização e pagamento → downloads blob: e mapa OSM são exceções explícitas.</a:t>
            </a:r>
          </a:p>
        </p:txBody>
      </p:sp>
    </p:spTree>
  </p:cSld>
  <p:clrMapOvr>
    <a:masterClrMapping/>
  </p:clrMapOvr>
</p:sld>
</file>

<file path=ppt/slides/slide1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RN-011–RN-012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A. Regras transversais: autenticação, área e permissões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1189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Requisição recebe/gera X-Request-ID → ID é limitado a 64 caracteres, devolvido na resposta e associado a métrica/log → rastreabilidade por request.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Usuário não autenticado em ambiente sem login obrigatório → contexto libera edição visual; com login obrigatório, can_edit_area depende de EDITOR → interface acompanha a política de backend.</a:t>
            </a:r>
          </a:p>
        </p:txBody>
      </p:sp>
    </p:spTree>
  </p:cSld>
  <p:clrMapOvr>
    <a:masterClrMapping/>
  </p:clrMapOvr>
</p:sld>
</file>

<file path=ppt/slides/slide1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RN-013–RN-014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B. Cadastros e configuração institucional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1190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Unidade/Cargo/Combustível/Servidor/Viatura é salvo → nomes/modelo/siglas são normalizados (maiúsculas e espaços) → comparação e documentos usam forma canônica.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Servidor é cadastrado → status começa RASCUNHO; quando campos de completude atendem a regra passa a COMPLETO → pickers podem sinalizar rascunhos.</a:t>
            </a:r>
          </a:p>
        </p:txBody>
      </p:sp>
    </p:spTree>
  </p:cSld>
  <p:clrMapOvr>
    <a:masterClrMapping/>
  </p:clrMapOvr>
</p:sld>
</file>

<file path=ppt/slides/slide1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RN-015–RN-016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B. Cadastros e configuração institucional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1191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CPF é informado → máscara é removida, dígitos verificadores são validados e persistem 11 dígitos → CPF inválido é rejeitado.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RG é marcado como inexistente → valor canônico de “não possui RG” substitui digitação; caso contrário RG normalizado é opcional → unicidade ignora apenas o valor canônico.</a:t>
            </a:r>
          </a:p>
        </p:txBody>
      </p:sp>
    </p:spTree>
  </p:cSld>
  <p:clrMapOvr>
    <a:masterClrMapping/>
  </p:clrMapOvr>
</p:sld>
</file>

<file path=ppt/slides/slide1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RN-017–RN-018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B. Cadastros e configuração institucional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1192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Telefone é preenchido → deve conter 10 ou 11 dígitos e é armazenado limpo → formato inválido é rejeitado.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Servidor possui nome/CPF/RG/telefone já usados na mesma área (quando preenchidos) → constraints condicionais impedem duplicidade → áreas diferentes podem manter seus próprios cadastros.</a:t>
            </a:r>
          </a:p>
        </p:txBody>
      </p:sp>
    </p:spTree>
  </p:cSld>
  <p:clrMapOvr>
    <a:masterClrMapping/>
  </p:clrMapOvr>
</p:sld>
</file>

<file path=ppt/slides/slide1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RN-019–RN-020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B. Cadastros e configuração institucional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1193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Viatura é cadastrada → placa aceita padrão Mercosul ou antigo, remove hífen e força maiúsculas; modelo é obrigatório/maiúsculo → persistência canônica.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Placa se repete na mesma área → constraint rejeita; em área diferente pode existir → unicidade é territorial.</a:t>
            </a:r>
          </a:p>
        </p:txBody>
      </p:sp>
    </p:spTree>
  </p:cSld>
  <p:clrMapOvr>
    <a:masterClrMapping/>
  </p:clrMapOvr>
</p:sld>
</file>

<file path=ppt/slides/slide1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RN-021–RN-022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B. Cadastros e configuração institucional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1194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Viatura escolhe tipo → opções são CARACTERIZADA ou DESCARACTERIZADA; motoristas são servidores N:N opcionais → não existe entidade motorista separada.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Cargo ou combustível é marcado padrão → demais padrões da mesma área são desmarcados → no máximo um padrão por área/global.</a:t>
            </a:r>
          </a:p>
        </p:txBody>
      </p:sp>
    </p:spTree>
  </p:cSld>
  <p:clrMapOvr>
    <a:masterClrMapping/>
  </p:clrMapOvr>
</p:sld>
</file>

<file path=ppt/slides/slide1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RN-023–RN-024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B. Cadastros e configuração institucional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1195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Estado/cidade são persistidos → cidade pertence a estado, nome+estado é único, código IBGE preenchido é único e uf espelha o estado → base geográfica consistente.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Endereço institucional informa UF+cidade → serviço resolve a cidade sede na base por comparação normalizada → documento reutiliza FK geográfica quando encontrada.</a:t>
            </a:r>
          </a:p>
        </p:txBody>
      </p:sp>
    </p:spTree>
  </p:cSld>
  <p:clrMapOvr>
    <a:masterClrMapping/>
  </p:clrMapOvr>
</p:sld>
</file>

<file path=ppt/slides/slide1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RN-025–RN-026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B. Cadastros e configuração institucional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1196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CEP é consultado → endpoint autenticado normaliza CEP e consulta serviço; erro de rede e não encontrado viram erros específicos → frontend não chama ViaCEP diretamente.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Configuração é acessada por área → get_for_area cria/resolve uma configuração por área; compatibilidade singleton existe para legado → dados institucionais ficam recortados.</a:t>
            </a:r>
          </a:p>
        </p:txBody>
      </p:sp>
    </p:spTree>
  </p:cSld>
  <p:clrMapOvr>
    <a:masterClrMapping/>
  </p:clrMapOvr>
</p:sld>
</file>

<file path=ppt/slides/slide1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RN-027–RN-028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B. Cadastros e configuração institucional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1197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Assinantes são configurados por tipo (ofício, justificativa, plano, ordem) e ordem → combinação configuração+tipo+ordem é única → geradores recebem política institucional ordenada.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Exclusão de cadastro protegido encontra vínculo → ProtectedError é traduzido em mensagem funcional e exclusão é bloqueada → registro referenciado permanece.</a:t>
            </a:r>
          </a:p>
        </p:txBody>
      </p:sp>
    </p:spTree>
  </p:cSld>
  <p:clrMapOvr>
    <a:masterClrMapping/>
  </p:clrMapOvr>
</p:sld>
</file>

<file path=ppt/slides/slide1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RN-029–RN-030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B. Cadastros e configuração institucional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1198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Exclusão de servidor é solicitada → prestações com prova irrefazível são examinadas antes da remoção → comprovante, assinatura ou número manual podem impedir perda do cadastro.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Linha de tabela diária é salva → somente valor_24h é entrada; valores 15% e 30% são derivados com ROUND_HALF_UP para centavos e devem ser positivos → POST de derivados não controla o cálculo.</a:t>
            </a:r>
          </a:p>
        </p:txBody>
      </p:sp>
    </p:spTree>
  </p:cSld>
  <p:clrMapOvr>
    <a:masterClrMapping/>
  </p:clrMapOvr>
</p:sld>
</file>

<file path=ppt/slides/slide1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RN-031–RN-032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B. Cadastros e configuração institucional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1199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Nova vigência repete faixa+data → unicidade impede duplicidade; valor 24h precisa ser &gt; 0 → uma faixa tem uma linha por início de vigência.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Evento é criado → status padrão rascunho; vocabulário inclui em preparação, documentos gerados, em execução, finalizado e cancelado → estado é persistido no próprio evento.</a:t>
            </a:r>
          </a:p>
        </p:txBody>
      </p:sp>
    </p:spTree>
  </p:cSld>
  <p:clrMapOvr>
    <a:masterClrMapping/>
  </p:clrMapOvr>
</p:sld>
</file>

<file path=ppt/slides/slide1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RN-033–RN-034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C. Eventos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Período do evento tem início/fim → constraint exige fim não anterior ao início → período incoerente é rejeitado no banco.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Identificação é salva → destinos extras JSON e vínculos selecionados são sincronizados no mesmo serviço → roteiro, termos, planos e ordens escolhidos passam a pertencer ao evento.</a:t>
            </a:r>
          </a:p>
        </p:txBody>
      </p:sp>
    </p:spTree>
  </p:cSld>
  <p:clrMapOvr>
    <a:masterClrMapping/>
  </p:clrMapOvr>
</p:sld>
</file>

<file path=ppt/slides/slide1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RN-035–RN-036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C. Eventos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Arquivo de solicitação não é PDF → serviço tenta conversão; PDFs são anexados ao evento → documento solicitado fica privado e associado ao evento.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Evento recebe ofício/participantes e ainda não tem termo genérico adequado → garantir_termo_automatico cria/sincroniza termo automático → autorização pode ser derivada do evento.</a:t>
            </a:r>
          </a:p>
        </p:txBody>
      </p:sp>
    </p:spTree>
  </p:cSld>
  <p:clrMapOvr>
    <a:masterClrMapping/>
  </p:clrMapOvr>
</p:sld>
</file>

<file path=ppt/slides/slide1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RN-037–RN-038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C. Eventos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Evento é excluído → anexos próprios são removidos; roteiro ainda usado em outro contexto é desvinculado em vez de destruído → documentos privados não ficam órfãos e reutilização é preservada.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Evento está cancelado → apresentação/fluxo usa variante de perigo e ações de cancelamento/reativação seguem condição do status → cancelamento é estado próprio, não exclusão.</a:t>
            </a:r>
          </a:p>
        </p:txBody>
      </p:sp>
    </p:spTree>
  </p:cSld>
  <p:clrMapOvr>
    <a:masterClrMapping/>
  </p:clrMapOvr>
</p:sld>
</file>

<file path=ppt/slides/slide1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RN-039–RN-040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C. Eventos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Modelo de motivo é marcado padrão → apenas o padrão da mesma área é desmarcado; nome/texto são normalizados → uma área não afeta outra.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Anexo de evento é criado → tipo deve ser convite, ofício solicitante, comprovante ou outro; upload passa por validador privado → arquivo não é exposto como mídia pública irrestrita.</a:t>
            </a:r>
          </a:p>
        </p:txBody>
      </p:sp>
    </p:spTree>
  </p:cSld>
  <p:clrMapOvr>
    <a:masterClrMapping/>
  </p:clrMapOvr>
</p:sld>
</file>

<file path=ppt/slides/slide1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RN-041–RN-042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D. Roteiros, rotas e cálculo de diárias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Roteiro é criado → status documental começa RASCUNHO e pode chegar a FINALIZADO; origem pode ser EVENTO ou AVULSO → roteiro existe independentemente de documento.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Cálculo de rota evolui → estados são pendente, calculada, manual, erro e desatualizada; fonte é OpenRouteService, manual ou cache → status da rota é separado do status do roteiro.</a:t>
            </a:r>
          </a:p>
        </p:txBody>
      </p:sp>
    </p:spTree>
  </p:cSld>
  <p:clrMapOvr>
    <a:masterClrMapping/>
  </p:clrMapOvr>
</p:sld>
</file>

<file path=ppt/slides/slide1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RN-043–RN-044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D. Roteiros, rotas e cálculo de diárias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Trechos são persistidos → tipo é IDA ou RETORNO; ordem é única por roteiro/tipo e período deve ser ordenado → sequência documental determinística.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Trechos mudam → datas agregadas do roteiro são recalculadas a partir da coleção → período principal acompanha a rota salva.</a:t>
            </a:r>
          </a:p>
        </p:txBody>
      </p:sp>
    </p:spTree>
  </p:cSld>
  <p:clrMapOvr>
    <a:masterClrMapping/>
  </p:clrMapOvr>
</p:sld>
</file>

<file path=ppt/slides/slide1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RN-045–RN-046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D. Roteiros, rotas e cálculo de diárias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Destino é classificado → Brasília/DF recebe BRASILIA; capital conhecida recebe CAPITAL; vazio ou demais recebe INTERIOR → faixa tarifária determinada.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Base geográfica possui capitais → ela prevalece; UFs ausentes usam mapa de segurança → banco recém-criado não transforma capitais em interior.</a:t>
            </a:r>
          </a:p>
        </p:txBody>
      </p:sp>
    </p:spTree>
  </p:cSld>
  <p:clrMapOvr>
    <a:masterClrMapping/>
  </p:clrMapOvr>
</p:sld>
</file>

<file path=ppt/slides/slide1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RN-047–RN-048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D. Roteiros, rotas e cálculo de diárias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Roteiro contém várias paradas → BRASÍLIA prevalece; senão qualquer capital eleva o tipo agregado a CAPITAL; caso contrário INTERIOR → resumo usa maior faixa encontrada.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Cálculo começa → data da saída mais antiga escolhe uma única vigência para todo o roteiro → travessia de mudança de tabela não mistura valores.</a:t>
            </a:r>
          </a:p>
        </p:txBody>
      </p:sp>
    </p:spTree>
  </p:cSld>
  <p:clrMapOvr>
    <a:masterClrMapping/>
  </p:clrMapOvr>
</p:sld>
</file>

<file path=ppt/slides/slide1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RN-049–RN-050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D. Roteiros, rotas e cálculo de diárias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Não existe vigência para data/faixa → valores históricos internos são usados como último recurso → calculadora continua disponível, mas resultado sinaliza linha de tabela ausente.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Período tem duração ≤ 0 → erro; parada instantânea entre destinos é ignorada sem invalidar o roteiro → apenas permanências positivas faturam.</a:t>
            </a:r>
          </a:p>
        </p:txBody>
      </p:sp>
    </p:spTree>
  </p:cSld>
  <p:clrMapOvr>
    <a:masterClrMapping/>
  </p:clrMapOvr>
</p:sld>
</file>

<file path=ppt/slides/slide1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RN-051–RN-052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D. Roteiros, rotas e cálculo de diárias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Sobra após dias inteiros é até 6h / &gt;6–8h / &gt;8–12h / &gt;12h → complemento é 0% / 15% / 30% / 100% → escada depende da duração, não da virada do calendário.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Marcadores de destino são processados → primeiro período começa na saída da sede; seguintes começam na chegada ao destino; terminam na chegada ao próximo/à sede → tempo entre destinos é tarifado pelo local de permanência anterior.</a:t>
            </a:r>
          </a:p>
        </p:txBody>
      </p:sp>
    </p:spTree>
  </p:cSld>
  <p:clrMapOvr>
    <a:masterClrMapping/>
  </p:clrMapOvr>
</p:sld>
</file>

<file path=ppt/slides/slide1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RN-053–RN-054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D. Roteiros, rotas e cálculo de diárias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Parada intermediária coincide com a sede → período é ignorado; retorno final à sede prolonga trecho anterior e não abre faixa própria → volta para casa não é tarifada como estadia na sede.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Períodos consecutivos encostados têm a mesma faixa → fundem-se em um trecho tarifário → sobra/complemento é contado uma vez por trecho, não por cidade.</a:t>
            </a:r>
          </a:p>
        </p:txBody>
      </p:sp>
    </p:spTree>
  </p:cSld>
  <p:clrMapOvr>
    <a:masterClrMapping/>
  </p:clrMapOvr>
</p:sld>
</file>

<file path=ppt/slides/slide1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RN-055–RN-056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D. Roteiros, rotas e cálculo de diárias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Valor do trecho é calculado → dias inteiros × 24h + no máximo um complemento, multiplicado pela quantidade de servidores → total monetário e composição estruturada são produzidos.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Resultado é persistido no roteiro → quantidade, valor numérico, texto por extenso e componentes de diária são sincronizados → documento e auditoria usam snapshot estruturado.</a:t>
            </a:r>
          </a:p>
        </p:txBody>
      </p:sp>
    </p:spTree>
  </p:cSld>
  <p:clrMapOvr>
    <a:masterClrMapping/>
  </p:clrMapOvr>
</p:sld>
</file>

<file path=ppt/slides/slide1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RN-057–RN-058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D. Roteiros, rotas e cálculo de diárias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Roteiro tenta calcular sem datas/horas suficientes → ValueError("Preencha datas e horas para calcular.") → operador deve completar período.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Dados de rota externa não estão disponíveis ou rota é manual → estado/fonte manual preserva métricas informadas; falha externa vira status ERRO/desatualizada, sem apagar roteiro → fluxo alternativo existe.</a:t>
            </a:r>
          </a:p>
        </p:txBody>
      </p:sp>
    </p:spTree>
  </p:cSld>
  <p:clrMapOvr>
    <a:masterClrMapping/>
  </p:clrMapOvr>
</p:sld>
</file>

<file path=ppt/slides/slide1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RN-059–RN-060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E. Ofícios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Ofício é criado → status padrão RASCUNHO, data local automática e número/ano reservados → rascunho já ocupa numeração.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Numeração automática é pedida → menor lacuna liberada por exclusão é usada; sem lacuna, maior número + 1 → saltos nunca usados manualmente não viram sugestão.</a:t>
            </a:r>
          </a:p>
        </p:txBody>
      </p:sp>
    </p:spTree>
  </p:cSld>
  <p:clrMapOvr>
    <a:masterClrMapping/>
  </p:clrMapOvr>
</p:sld>
</file>

<file path=ppt/slides/slide1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RN-061–RN-062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E. Ofícios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Duas reservas concorrentes colidem → serviço usa até 3 tentativas/savepoint e recalcula → IntegrityError de disputa não derruba imediatamente a transação externa.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Número/ano preenchidos repetem a mesma área → constraint rejeita; áreas distintas têm sequências independentes → unicidade territorial anual.</a:t>
            </a:r>
          </a:p>
        </p:txBody>
      </p:sp>
    </p:spTree>
  </p:cSld>
  <p:clrMapOvr>
    <a:masterClrMapping/>
  </p:clrMapOvr>
</p:sld>
</file>

<file path=ppt/slides/slide1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RN-063–RN-064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E. Ofícios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Ofício numerado é excluído → número vira OficioNumeroLacuna; edição, cancelamento ou retificação não liberam o anterior → reaproveitamento só nasce de exclusão.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Etapa de dados é salva como rascunho ou continuar → modelo de motivo pode preencher texto e serviço avalia completude → status automático RASCUNHO/GERADO conforme ação e campos.</a:t>
            </a:r>
          </a:p>
        </p:txBody>
      </p:sp>
    </p:spTree>
  </p:cSld>
  <p:clrMapOvr>
    <a:masterClrMapping/>
  </p:clrMapOvr>
</p:sld>
</file>

<file path=ppt/slides/slide1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RN-065–RN-066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E. Ofícios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Custeio é OUTRA_INSTITUIÇÃO → observação/nome da instituição torna-se obrigatório; demais tipos não exigem → documento não sai sem identificar custeador externo.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Transporte usa viatura cadastrada ou manual → dados efetivos vêm da FK ou campos manuais; modo manual exige dados correspondentes → documento usa fonte selecionada.</a:t>
            </a:r>
          </a:p>
        </p:txBody>
      </p:sp>
    </p:spTree>
  </p:cSld>
  <p:clrMapOvr>
    <a:masterClrMapping/>
  </p:clrMapOvr>
</p:sld>
</file>

<file path=ppt/slides/slide1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RN-067–RN-068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E. Ofícios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Motorista é servidor ou manual → campos efetivos mudam conforme modo; CPF manual é normalizado/validado → identificação do motorista acompanha a escolha.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Motorista é “carona”/externo e exige protocolo → pendência específica é produzida quando protocolo está ausente/inválido → geração documental é bloqueada até correção.</a:t>
            </a:r>
          </a:p>
        </p:txBody>
      </p:sp>
    </p:spTree>
  </p:cSld>
  <p:clrMapOvr>
    <a:masterClrMapping/>
  </p:clrMapOvr>
</p:sld>
</file>

<file path=ppt/slides/slide1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RN-069–RN-070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E. Ofícios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Evento já tem roteiro padrão → serviço pode vinculá-lo sem cópia; edição própria materializa/revincula rascunho → ofício alterna entre reutilização e roteiro próprio preservando origem.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Ofício tenta gerar/finalizar documento → validação agrega pendências de dados, motorista/protocolo, transporte, roteiro e justificativa → usuário é redirecionado à etapa de correção.</a:t>
            </a:r>
          </a:p>
        </p:txBody>
      </p:sp>
    </p:spTree>
  </p:cSld>
  <p:clrMapOvr>
    <a:masterClrMapping/>
  </p:clrMapOvr>
</p:sld>
</file>

<file path=ppt/slides/slide1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RN-071–RN-072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E. Ofícios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Documento do ofício é solicitado em DOCX/PDF → payload canônico é montado e resposta passa pelo núcleo; PDF tenta cadeia de motores/cache → download ou erro tratado.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Documento é gerado com sucesso → artefato/cache é persistido e status pode refletir GERADO → gerações repetidas equivalentes podem reutilizar saída.</a:t>
            </a:r>
          </a:p>
        </p:txBody>
      </p:sp>
    </p:spTree>
  </p:cSld>
  <p:clrMapOvr>
    <a:masterClrMapping/>
  </p:clrMapOvr>
</p:sld>
</file>

<file path=ppt/slides/slide1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RN-073–RN-074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E. Ofícios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Ofício é cancelado → flag/motivo/data de cancelamento são gravados; cancelamento não exclui nem libera número → histórico permanece.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Ofício é retificado/desfeito → marcadores de retificação mudam sem trocar identidade/número → fluxo alternativo é reversível.</a:t>
            </a:r>
          </a:p>
        </p:txBody>
      </p:sp>
    </p:spTree>
  </p:cSld>
  <p:clrMapOvr>
    <a:masterClrMapping/>
  </p:clrMapOvr>
</p:sld>
</file>

<file path=ppt/slides/slide1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RN-075–RN-076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E. Ofícios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Ofício é marcado complementar/desfeito → flag complementar alterna → apresentação/documento distingue complemento sem criar nova regra de numeração.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Exclusão encontra vínculos protegidos → OficioVinculadoError bloqueia e explica; se permitido, limpeza documental/número ocorre no serviço → cascata não é deixada à view.</a:t>
            </a:r>
          </a:p>
        </p:txBody>
      </p:sp>
    </p:spTree>
  </p:cSld>
  <p:clrMapOvr>
    <a:masterClrMapping/>
  </p:clrMapOvr>
</p:sld>
</file>

<file path=ppt/slides/slide1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RN-077–RN-078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F. Justificativas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Prazo institucional existe → usa ConfiguracaoSistema.prazo_justificativa_dias; ausência cai em 10 dias → regra tem fallback.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Ofício tem primeira saída → antecedência é diferença entre a data da saída e oficio.data_criacao; abaixo do prazo torna justificativa obrigatória → snapshot guarda dias, prazo e primeira saída.</a:t>
            </a:r>
          </a:p>
        </p:txBody>
      </p:sp>
    </p:spTree>
  </p:cSld>
  <p:clrMapOvr>
    <a:masterClrMapping/>
  </p:clrMapOvr>
</p:sld>
</file>

<file path=ppt/slides/slide1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RN-079–RN-080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F. Justificativas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Justificativa obrigatória está ausente/incompleta → validação do ofício impede geração/finalização → operador volta à etapa de justificativa.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Justificativa é salva como rascunho/continuar → texto é normalizado e status muda para RASCUNHO/FINALIZADA conforme ação/completude → uma justificativa por ofício.</a:t>
            </a:r>
          </a:p>
        </p:txBody>
      </p:sp>
    </p:spTree>
  </p:cSld>
  <p:clrMapOvr>
    <a:masterClrMapping/>
  </p:clrMapOvr>
</p:sld>
</file>

<file path=ppt/slides/slide1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RN-081–RN-082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F. Justificativas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Modelo reutilizável é padrão → somente outro padrão da mesma área é desmarcado; nomes podem repetir entre áreas, não dentro da mesma → isolamento de textos institucionais.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RN-082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Justificativa não é exigida → etapa pode seguir sem texto finalizado; quando exigida, texto passa a obrigatório → fluxo alternativo explícito.</a:t>
            </a:r>
          </a:p>
        </p:txBody>
      </p:sp>
    </p:spTree>
  </p:cSld>
  <p:clrMapOvr>
    <a:masterClrMapping/>
  </p:clrMapOvr>
</p:sld>
</file>

<file path=ppt/slides/slide1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RN-083–RN-084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G. Termos de autorização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Termo é salvo sem área explícita → herda do evento, depois do ofício, depois da área corrente → persistência sempre territorial.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RN-084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Datas próprias existem → período usa início/fim; sem elas, cai no roteiro do ofício; fim ausente equivale ao início → exibição pode ser um dia ou intervalo.</a:t>
            </a:r>
          </a:p>
        </p:txBody>
      </p:sp>
    </p:spTree>
  </p:cSld>
  <p:clrMapOvr>
    <a:masterClrMapping/>
  </p:clrMapOvr>
</p:sld>
</file>

<file path=ppt/slides/slide1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RN-085–RN-086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G. Termos de autorização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Data final é anterior à inicial → constraint termo_periodo_ordenado rejeita → período assinado não fica invertido.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Destino próprio existe → usa cidade/UF + extras sem duplicar; sem cidade usa estado; sem ambos cai no primeiro destino do ofício → termo funciona como cadastro independente ou derivado.</a:t>
            </a:r>
          </a:p>
        </p:txBody>
      </p:sp>
    </p:spTree>
  </p:cSld>
  <p:clrMapOvr>
    <a:masterClrMapping/>
  </p:clrMapOvr>
</p:sld>
</file>

<file path=ppt/slides/slide1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RN-087–RN-088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G. Termos de autorização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Servidores próprios selecionados → eles prevalecem; senão usa servidores de termo do ofício; senão servidores dos ofícios do evento → lote encontra participantes efetivos com fallback.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Termo genérico do evento agrega servidores → IDs são deduplicados e cada servidor mantém ofício/viatura de origem quando possível → documentos individuais não perdem contexto.</a:t>
            </a:r>
          </a:p>
        </p:txBody>
      </p:sp>
    </p:spTree>
  </p:cSld>
  <p:clrMapOvr>
    <a:masterClrMapping/>
  </p:clrMapOvr>
</p:sld>
</file>

<file path=ppt/slides/slide1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RN-089–RN-090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G. Termos de autorização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Viatura própria existe → prevalece; senão usa a do ofício; inexistente gera variante sem viatura → modelo DOCX muda conforme transporte.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Geração é individual/lote/genérica/selecionados → serviço escolhe servidores e produz um ou vários documentos; PDFs podem ser fundidos → download consolidado.</a:t>
            </a:r>
          </a:p>
        </p:txBody>
      </p:sp>
    </p:spTree>
  </p:cSld>
  <p:clrMapOvr>
    <a:masterClrMapping/>
  </p:clrMapOvr>
</p:sld>
</file>

<file path=ppt/slides/slide1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RN-091–RN-092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G. Termos de autorização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Existe PDF assinado do termo → versão assinada prevalece; senão usa PDF gerado → consumo sempre prefere manifestação assinada.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RN-092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Plano é criado → status RASCUNHO; geração bem-sucedida marca GERADO → estado é simples e separado de cancelamento.</a:t>
            </a:r>
          </a:p>
        </p:txBody>
      </p:sp>
    </p:spTree>
  </p:cSld>
  <p:clrMapOvr>
    <a:masterClrMapping/>
  </p:clrMapOvr>
</p:sld>
</file>

<file path=ppt/slides/slide1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RN-093–RN-094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H. Planos de trabalho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Numeração do plano é necessária → transação bloqueia configuração, reconcilia contador com maior número do banco e zera ao mudar o ano → número único por área/ano.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Coordenador administrativo/operacional usa modo SERVIDOR ou MANUAL → FK ou nome/cargo/gênero manual compõem o texto → plano aceita pessoa cadastrada ou externa.</a:t>
            </a:r>
          </a:p>
        </p:txBody>
      </p:sp>
    </p:spTree>
  </p:cSld>
  <p:clrMapOvr>
    <a:masterClrMapping/>
  </p:clrMapOvr>
</p:sld>
</file>

<file path=ppt/slides/slide1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RN-095–RN-096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H. Planos de trabalho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Programa “outros” é escolhido → texto manual correspondente é exigido; programa inválido é rejeitado → documento sempre identifica programa.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RN-096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Campos automáticos de contextualização/coordenação/consideração estão ativos → textos padrão são regenerados; se usuário desativa auto, texto manual é preservado → automação não sobrescreve edição deliberada.</a:t>
            </a:r>
          </a:p>
        </p:txBody>
      </p:sp>
    </p:spTree>
  </p:cSld>
  <p:clrMapOvr>
    <a:masterClrMapping/>
  </p:clrMapOvr>
</p:sld>
</file>

<file path=ppt/slides/slide1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RN-097–RN-098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H. Planos de trabalho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Plano tem atividades selecionadas → metas, atividades, recursos e unidade móvel são montados na ordem do catálogo; presets exigem pelo menos uma atividade → texto documental derivado.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RN-098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Efetivo contém cargo/unidade/quantidade → combinação é única por plano/evento e quantidade inicia em 1 → resumo pluraliza e soma equipe.</a:t>
            </a:r>
          </a:p>
        </p:txBody>
      </p:sp>
    </p:spTree>
  </p:cSld>
  <p:clrMapOvr>
    <a:masterClrMapping/>
  </p:clrMapOvr>
</p:sld>
</file>

<file path=ppt/slides/slide1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RN-099–RN-100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H. Planos de trabalho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RN-099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Plano comum calcula diárias → reutiliza motor central por período/destino e multiplica pelo efetivo → snapshot de composição, unitário e total é salvo.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Plano multievento possui eventos → cada evento tem período/destino/efetivo próprios; diárias são calculadas por evento e combinadas → documento multievento recebe blocos separados e total.</a:t>
            </a:r>
          </a:p>
        </p:txBody>
      </p:sp>
    </p:spTree>
  </p:cSld>
  <p:clrMapOvr>
    <a:masterClrMapping/>
  </p:clrMapOvr>
</p:sld>
</file>

<file path=ppt/slides/slide1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RN-101–RN-102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H. Planos de trabalho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Scratchpad contém dados e usuário adiciona/sincroniza → vira EventoPlano; editar carrega evento no scratchpad; remover exclui o evento e seus efetivos → editor multievento tem ciclo explícito.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Geração é solicitada → três avaliadores cobrem identificação, efetivo/diárias e atividades; pendências bloqueiam → só documento completo é emitido.</a:t>
            </a:r>
          </a:p>
        </p:txBody>
      </p:sp>
    </p:spTree>
  </p:cSld>
  <p:clrMapOvr>
    <a:masterClrMapping/>
  </p:clrMapOvr>
</p:sld>
</file>

<file path=ppt/slides/slide1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RN-103–RN-104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H. Planos de trabalho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Plano é multievento → template plano_trabalho_multievento.docx; caso contrário plano_trabalho.docx → saída segue a estrutura do plano.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Ordem escolhe tipo de necessidade → opções incluem padrão, operação com retorno posterior, caminhão, micro-ônibus e cerimonial antecipado → template/contexto pode variar por necessidade.</a:t>
            </a:r>
          </a:p>
        </p:txBody>
      </p:sp>
    </p:spTree>
  </p:cSld>
  <p:clrMapOvr>
    <a:masterClrMapping/>
  </p:clrMapOvr>
</p:sld>
</file>

<file path=ppt/slides/slide1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RN-105–RN-106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I. Ordens de serviço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Servidores da ordem recebem função → escolhas são condução, técnico, apoio, coordenação e preparação; mapa JSON guarda função por servidor → documento descreve atribuições.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Função é informada para servidor fora da seleção ou função inválida → limpeza do formulário rejeita/corrige → JSON não referencia equipe inexistente.</a:t>
            </a:r>
          </a:p>
        </p:txBody>
      </p:sp>
    </p:spTree>
  </p:cSld>
  <p:clrMapOvr>
    <a:masterClrMapping/>
  </p:clrMapOvr>
</p:sld>
</file>

<file path=ppt/slides/slide1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RN-107–RN-108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I. Ordens de serviço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Período da ordem é preenchido → fim não pode anteceder início; destinos extras são normalizados → ordem mantém período/documento coerente.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Ordem precisa de número → sequência anual por área é única; lacunas liberadas por exclusão são registradas → numeração suporta concorrência/reuso controlado.</a:t>
            </a:r>
          </a:p>
        </p:txBody>
      </p:sp>
    </p:spTree>
  </p:cSld>
  <p:clrMapOvr>
    <a:masterClrMapping/>
  </p:clrMapOvr>
</p:sld>
</file>

<file path=ppt/slides/slide1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RN-109–RN-110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I. Ordens de serviço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Ordem possui ofícios vinculados → contexto reutiliza participantes, transporte, roteiro/evento; sem vínculo, campos próprios sustentam o documento → entidade pode ser derivada ou independente.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Documento da ordem é solicitado → DOCX/PDF usam template padrão ou ordem_servico_modelos.docx conforme regra de template → resposta passa por cache/persistência documental.</a:t>
            </a:r>
          </a:p>
        </p:txBody>
      </p:sp>
    </p:spTree>
  </p:cSld>
  <p:clrMapOvr>
    <a:masterClrMapping/>
  </p:clrMapOvr>
</p:sld>
</file>

<file path=ppt/slides/slide1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RN-111–RN-112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J. Prestação de contas, relatório técnico, diário e assinatura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1239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Ofício muda para GERADO ou sua equipe muda → signals criam/sincronizam PrestacaoContas e linhas por servidor → módulo nasce automaticamente do ofício.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Servidor começa a editar → status individual passa de pendente para em preenchimento; opções adicionais são enviada, aprovada e reprovada → acompanhamento é por servidor.</a:t>
            </a:r>
          </a:p>
        </p:txBody>
      </p:sp>
    </p:spTree>
  </p:cSld>
  <p:clrMapOvr>
    <a:masterClrMapping/>
  </p:clrMapOvr>
</p:sld>
</file>

<file path=ppt/slides/slide1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RN-113–RN-114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J. Prestação de contas, relatório técnico, diário e assinatura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Arquivar/finalizar é acionado → cada POST alterna a flag e grava/remove timestamp; flags são independentes do status → duplo acionamento desfaz a 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Finalizar é acionado → não há pré-condição documental no endpoint, apenas alternância → conclusão é decisão operacional.</a:t>
            </a:r>
          </a:p>
        </p:txBody>
      </p:sp>
    </p:spTree>
  </p:cSld>
  <p:clrMapOvr>
    <a:masterClrMapping/>
  </p:clrMapOvr>
</p:sld>
</file>

<file path=ppt/slides/slide1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RN-115–RN-116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J. Prestação de contas, relatório técnico, diário e assinatura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Servidor sai da equipe sem dados coletados → linha é apagada; com dados, recebe removida_em; ao voltar, marcador é limpo → trabalho já feito pode reaparecer.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Exclusão de servidor é avaliada → prova irrefazível é apenas comprovante/anexo, assinatura ou número de solicitação → estados refazíveis não bloqueiam cadastro inteiro.</a:t>
            </a:r>
          </a:p>
        </p:txBody>
      </p:sp>
    </p:spTree>
  </p:cSld>
  <p:clrMapOvr>
    <a:masterClrMapping/>
  </p:clrMapOvr>
</p:sld>
</file>

<file path=ppt/slides/slide1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RN-117–RN-118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J. Prestação de contas, relatório técnico, diário e assinatura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Valor recebido é informado → deve ser positivo e nunca superar o valor liberado por servidor; menor é aceito com observação separada → relatório mostra override (ex.: saque sem centavos).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Data de liberação e prazo de saque são informados → datas ISO são validadas e prazo não pode anteceder liberação → lote/autosave usam mesma persistência.</a:t>
            </a:r>
          </a:p>
        </p:txBody>
      </p:sp>
    </p:spTree>
  </p:cSld>
  <p:clrMapOvr>
    <a:masterClrMapping/>
  </p:clrMapOvr>
</p:sld>
</file>

<file path=ppt/slides/slide1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RN-119–RN-120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J. Prestação de contas, relatório técnico, diário e assinatura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Número de solicitação muda → recarimbo do ofício assinado é agendado depois do commit e deduplicado por ofício → PDF não fica com número antigo nem é refeito N vezes.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Anexo assinado é substituído/excluído → linha muda dentro da transação e arquivos antigos são apagados somente em on_commit → rollback não deixa linha apontando para arquivo destruído.</a:t>
            </a:r>
          </a:p>
        </p:txBody>
      </p:sp>
    </p:spTree>
  </p:cSld>
  <p:clrMapOvr>
    <a:masterClrMapping/>
  </p:clrMapOvr>
</p:sld>
</file>

<file path=ppt/slides/slide1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RN-121–RN-122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J. Prestação de contas, relatório técnico, diário e assinatura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Ofício assinado recebe carimbos → arquivo original cru é preservado; posições são por página/servidor, únicas, e ajuste manual não é recalculado → recarimbo sempre parte da origem.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RT é aberto/salvo → valores padrão são derivados do ofício/roteiro/configuração; texto e overrides são persistidos numa transação → autosave e POST tradicional têm mesma regra.</a:t>
            </a:r>
          </a:p>
        </p:txBody>
      </p:sp>
    </p:spTree>
  </p:cSld>
  <p:clrMapOvr>
    <a:masterClrMapping/>
  </p:clrMapOvr>
</p:sld>
</file>

<file path=ppt/slides/slide1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RN-123–RN-124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J. Prestação de contas, relatório técnico, diário e assinatura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RT é gerado → template relatorio-tecnico.docx recebe contexto do ofício, servidor, custos e textos; formatos DOCX/PDF disponíveis → arquivo é individual por servidor.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Prestação precisa de diário → roteiro original é clonado somente quando ajuste é necessário; diferenças são comparadas → alterações de prestação não modificam roteiro do ofício.</a:t>
            </a:r>
          </a:p>
        </p:txBody>
      </p:sp>
    </p:spTree>
  </p:cSld>
  <p:clrMapOvr>
    <a:masterClrMapping/>
  </p:clrMapOvr>
</p:sld>
</file>

<file path=ppt/slides/slide1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RN-125–RN-126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J. Prestação de contas, relatório técnico, diário e assinatura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Diário sincroniza trechos → reaproveita linhas para preservar KM/abastecimento e impõe ordem única → mudança de roteiro não apaga edição compatível.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KM inicial/final são preenchidos → final deve ser ≥ inicial; igualdade é aceita → rodagem negativa não entra no diário.</a:t>
            </a:r>
          </a:p>
        </p:txBody>
      </p:sp>
    </p:spTree>
  </p:cSld>
  <p:clrMapOvr>
    <a:masterClrMapping/>
  </p:clrMapOvr>
</p:sld>
</file>

<file path=ppt/slides/slide1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RN-127–RN-128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J. Prestação de contas, relatório técnico, diário e assinatura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Motorista do diário é alterado → pode manter o do ofício, escolher servidor do mesmo ofício ou referenciar outro ofício; mudança é local à prestação → ofício original não muda.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Viatura do diário é alterada → pode manter ofício, escolher cadastro ou preencher manualmente; alteração é independente do motorista → cabeçalho do diário usa override local.</a:t>
            </a:r>
          </a:p>
        </p:txBody>
      </p:sp>
    </p:spTree>
  </p:cSld>
  <p:clrMapOvr>
    <a:masterClrMapping/>
  </p:clrMapOvr>
</p:sld>
</file>

<file path=ppt/slides/slide1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RN-129–RN-130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J. Prestação de contas, relatório técnico, diário e assinatura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Diário é exportado → XLSX usa diario_bordo.xlsx; PDF deriva da planilha por motor disponível → formatos são XLSX e PDF, não DOCX/ODT.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PDF final consolidado é solicitado → pendências exigem peças obrigatórias (incluindo documentos assinados conforme fluxo); se houver pendência, geração é recusada → usuário recebe lista acionável.</a:t>
            </a:r>
          </a:p>
        </p:txBody>
      </p:sp>
    </p:spTree>
  </p:cSld>
  <p:clrMapOvr>
    <a:masterClrMapping/>
  </p:clrMapOvr>
</p:sld>
</file>

<file path=ppt/slides/slide1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RN-131–RN-132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J. Prestação de contas, relatório técnico, diário e assinatura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1249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Anexo para consolidação é PDF/PNG/JPG/JPEG → imagem é convertida a PDF; outros formatos ou PDF sem páginas falham → mesclagem só aceita conteúdo legível.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Link de assinatura é emitido → exige signatário com CPF válido, snapshot do PDF e expiração (padrão 7 dias); forcar substitui emissão anterior → link público é tokenizado.</a:t>
            </a:r>
          </a:p>
        </p:txBody>
      </p:sp>
    </p:spTree>
  </p:cSld>
  <p:clrMapOvr>
    <a:masterClrMapping/>
  </p:clrMapOvr>
</p:sld>
</file>

<file path=ppt/slides/slide1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RN-133–RN-134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J. Prestação de contas, relatório técnico, diário e assinatura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Acesso público informa CPF → identidade só confirma se coincidir com CPF esperado; tentativas são limitadas por cache/IP/token → documento não é liberado apenas pelo token.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Assinatura é aplicada → modo pode ser fonte ou desenho; posição/página são validadas, PDF recebe carimbo e SHA-256 da origem é guardado → versão assinada fica vinculada ao snapshot exibido.</a:t>
            </a:r>
          </a:p>
        </p:txBody>
      </p:sp>
    </p:spTree>
  </p:cSld>
  <p:clrMapOvr>
    <a:masterClrMapping/>
  </p:clrMapOvr>
</p:sld>
</file>

<file path=ppt/slides/slide1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RN-135–RN-136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J. Prestação de contas, relatório técnico, diário e assinatura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1251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Documento tem versão assinada válida → download usa assinada; senão gera a origem atual → assinatura prevalece sem eliminar fallback.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Tipo documental é solicitado → registro/template precisa existir e formato ser compatível; duplicidade de registro falha → geração não aceita tipo arbitrário.</a:t>
            </a:r>
          </a:p>
        </p:txBody>
      </p:sp>
    </p:spTree>
  </p:cSld>
  <p:clrMapOvr>
    <a:masterClrMapping/>
  </p:clrMapOvr>
</p:sld>
</file>

<file path=ppt/slides/slide1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RN-137–RN-138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K. Núcleo documental e arquivos gerados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Caminho de template é resolvido → deve permanecer dentro de documentos/resources → traversal/caminho externo é rejeitado.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Payload não contém placeholder obrigatório ou saída mantém placeholder → geração levanta erro explícito → marcadores não vazam para documento final.</a:t>
            </a:r>
          </a:p>
        </p:txBody>
      </p:sp>
    </p:spTree>
  </p:cSld>
  <p:clrMapOvr>
    <a:masterClrMapping/>
  </p:clrMapOvr>
</p:sld>
</file>

<file path=ppt/slides/slide1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RN-139–RN-140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K. Núcleo documental e arquivos gerados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1253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DOCX é solicitado → docxtpl preenche template e retorna bytes; pacote/template ausente falha explicitamente → nenhum pacote é instalado durante request.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PDF em auto é solicitado → cadeia varia por SO e disponibilidade: Word/LibreOffice/unoserver/WeasyPrint/simple conforme preferência/configuração → melhor motor disponível é tentado.</a:t>
            </a:r>
          </a:p>
        </p:txBody>
      </p:sp>
    </p:spTree>
  </p:cSld>
  <p:clrMapOvr>
    <a:masterClrMapping/>
  </p:clrMapOvr>
</p:sld>
</file>

<file path=ppt/slides/slide1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RN-141–RN-142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K. Núcleo documental e arquivos gerados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Motor explícito falha e fallback automático está ligado → motores seguintes são tentados; sem motor, erro inclui orientação → falha não some em silêncio.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PDF simples não está permitido → simple não entra na cadeia; quando permitido, produz layout mínimo → fidelidade reduzida é fallback deliberado.</a:t>
            </a:r>
          </a:p>
        </p:txBody>
      </p:sp>
    </p:spTree>
  </p:cSld>
  <p:clrMapOvr>
    <a:masterClrMapping/>
  </p:clrMapOvr>
</p:sld>
</file>

<file path=ppt/slides/slide1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RN-143–RN-144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K. Núcleo documental e arquivos gerados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1255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Conteúdo+template+formato+versão equivalentes geram chave idêntica → artefato válido pode ser reutilizado; mudança no payload/template invalida → cache é determinístico.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Geração assíncrona é pedida → job fica queued → processing → complete/error; pedido duplicado pode reutilizar dedupe_key → frontend recebe 202/status/result.</a:t>
            </a:r>
          </a:p>
        </p:txBody>
      </p:sp>
    </p:spTree>
  </p:cSld>
  <p:clrMapOvr>
    <a:masterClrMapping/>
  </p:clrMapOvr>
</p:sld>
</file>

<file path=ppt/slides/slide1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RN-145–RN-146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K. Núcleo documental e arquivos gerados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1256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Resultado assíncrono pertence a outra área/usuário ou não concluiu → acesso é negado/202; concluído entrega arquivo → isolamento vale também para downloads.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PDF inline recebe Range válido → retorna faixa 206; Range inválido recebe 416; arquivo completo recebe 200 → visualizador suporta streaming.</a:t>
            </a:r>
          </a:p>
        </p:txBody>
      </p:sp>
    </p:spTree>
  </p:cSld>
  <p:clrMapOvr>
    <a:masterClrMapping/>
  </p:clrMapOvr>
</p:sld>
</file>

<file path=ppt/slides/slide1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RN-147–RN-148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K. Núcleo documental e arquivos gerados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1257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Arquivo assinado é anexado a artefato → upload é validado e versão fica associada; remoção limpa vínculo → assinatura manual pode substituir consumo do gerado.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Versão documental assinada é criada → conteúdo/hash/revogação tornam-se imutáveis; versão não pode ser excluída → cadeia de prova é preservada.</a:t>
            </a:r>
          </a:p>
        </p:txBody>
      </p:sp>
    </p:spTree>
  </p:cSld>
  <p:clrMapOvr>
    <a:masterClrMapping/>
  </p:clrMapOvr>
</p:sld>
</file>

<file path=ppt/slides/slide1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RN-149–RN-150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K. Núcleo documental e arquivos gerados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1258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Conversão unoserver recebe URL inválida, serviço indisponível ou saída não-PDF → erro explícito; cache binário por SHA-256 pode reaproveitar conversões idênticas → não retorna bytes inválidos.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Arquivos atualmente geráveis e comprovados no repositório → Ofício (DOCX/PDF), Justificativa (DOCX/PDF), Termo (DOCX/PDF, individual/lote), Plano (DOCX/PDF), Ordem (DOCX/PDF), Relatório Técnico (DOCX/PDF), Diário de Bordo (XLSX/PDF), prestação consolidada (PDF) → não foi localizado gerador ODT.</a:t>
            </a:r>
          </a:p>
        </p:txBody>
      </p:sp>
    </p:spTree>
  </p:cSld>
  <p:clrMapOvr>
    <a:masterClrMapping/>
  </p:clrMapOvr>
</p:sld>
</file>

<file path=ppt/slides/slide1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RN-151–RN-152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L. Protocolos/eProtocolo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1259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Protocolo local é criado → status começa rascunho e pode evoluir por criado, documentos enviados, aguardando assinatura, tramitação, pendência, concluído, erro ou cancelado → integração mantém estado local próprio.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Origem é escolhida → interna, manual ou eProtocolo real determinam se há criação remota, simples vínculo ou importação → mesmo modelo representa três fluxos.</a:t>
            </a:r>
          </a:p>
        </p:txBody>
      </p:sp>
    </p:spTree>
  </p:cSld>
  <p:clrMapOvr>
    <a:masterClrMapping/>
  </p:clrMapOvr>
</p:sld>
</file>

<file path=ppt/slides/slide1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RN-153–RN-154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L. Protocolos/eProtocolo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Ambiente está em demonstração/mock → dados de treinamento são semeados e operações exibem aviso; mutação real não é feita → treinamento não altera eProtocolo oficial.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RN-154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Operação real mutável é solicitada → exige flags real e confirmado e configuração controlada → criação/anexo/assinatura/tramitação não ocorre por engano.</a:t>
            </a:r>
          </a:p>
        </p:txBody>
      </p:sp>
    </p:spTree>
  </p:cSld>
  <p:clrMapOvr>
    <a:masterClrMapping/>
  </p:clrMapOvr>
</p:sld>
</file>

<file path=ppt/slides/slide1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RN-155–RN-156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L. Protocolos/eProtocolo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1261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Usuário não possui permissão de criação de protocolo → views de criar/vincular bloqueiam → integração respeita política própria além do RBAC de área.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Documento principal tem origem suportada → serviço resolve/genera PDF e envia; anexo adicional cria ProtocoloDocumento → estado pode avançar para documentos enviados.</a:t>
            </a:r>
          </a:p>
        </p:txBody>
      </p:sp>
    </p:spTree>
  </p:cSld>
  <p:clrMapOvr>
    <a:masterClrMapping/>
  </p:clrMapOvr>
</p:sld>
</file>

<file path=ppt/slides/slide1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RN-157–RN-158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L. Protocolos/eProtocolo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1262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Assinatura remota é solicitada → CPF é normalizado, registro local inicia pendente e resultado remoto atualiza status → acompanhamento guarda payload e assinante.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RN-158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Tramitação é solicitada → destino/CPF/parecer formam a operação e uma linha local registra de/para → histórico de tramitação é preservado.</a:t>
            </a:r>
          </a:p>
        </p:txBody>
      </p:sp>
    </p:spTree>
  </p:cSld>
  <p:clrMapOvr>
    <a:masterClrMapping/>
  </p:clrMapOvr>
</p:sld>
</file>

<file path=ppt/slides/slide1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RN-159–RN-160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L. Protocolos/eProtocolo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1263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Sincronização encontra pendências abertas → status local vira com pendência; sem pendências e antes “criado”, pode avançar para tramitação → estado local deriva da resposta remota.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Protocolo está concluído/cancelado ou inativo → sincronização em lote o exclui do conjunto ativo → polling não processa fluxos terminais.</a:t>
            </a:r>
          </a:p>
        </p:txBody>
      </p:sp>
    </p:spTree>
  </p:cSld>
  <p:clrMapOvr>
    <a:masterClrMapping/>
  </p:clrMapOvr>
</p:sld>
</file>

<file path=ppt/slides/slide1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RN-161–RN-162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L. Protocolos/eProtocolo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1264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Toda chamada de integração é registrada → endpoint, método, sucesso/mock, erro e payloads ficam em ProtocoloLog → auditoria operacional do conector.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RN-162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Artefato/documento relevante é salvo → signals podem organizar/sincronizar no Drive; falha é registrada e, quando há request, gera mensagem → erro externo não desaparece silenciosamente.</a:t>
            </a:r>
          </a:p>
        </p:txBody>
      </p:sp>
    </p:spTree>
  </p:cSld>
  <p:clrMapOvr>
    <a:masterClrMapping/>
  </p:clrMapOvr>
</p:sld>
</file>

<file path=ppt/slides/slide1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RN-163–RN-164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M. Google Drive e efeitos colaterais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1265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Credenciais/tokens são persistidos → migração criptografa tokens e credenciais podem ser por usuário/área → segredo não fica em texto simples de regra.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Reorganização é iniciada → job começa em andamento e contabiliza eventos processados, avulsos e erros; termina concluída ou erro → execução longa tem progresso persistido.</a:t>
            </a:r>
          </a:p>
        </p:txBody>
      </p:sp>
    </p:spTree>
  </p:cSld>
  <p:clrMapOvr>
    <a:masterClrMapping/>
  </p:clrMapOvr>
</p:sld>
</file>

<file path=ppt/slides/slide1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RN-165–RN-166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M. Google Drive e efeitos colaterais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1266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Arquivo sincronizado representa documento/evento → IDs de arquivo/pasta/atalho e flag mock são gravados → modo real e simulado são distinguíveis.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RN-166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Sincronização falha → DriveSyncStatus incrementa tentativas e mantém último erro; tarefas de retry processam pendências → efeito externo é recuperável.</a:t>
            </a:r>
          </a:p>
        </p:txBody>
      </p:sp>
    </p:spTree>
  </p:cSld>
  <p:clrMapOvr>
    <a:masterClrMapping/>
  </p:clrMapOvr>
</p:sld>
</file>

<file path=ppt/slides/slide1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Regras RN-167–RN-167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M. Google Drive e efeitos colaterais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1267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69AA"/>
                </a:solidFill>
                <a:latin typeface="Aptos"/>
              </a:rPr>
              <a:t>RN-167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Registro de origem é excluído → arquivos/atalhos relacionados são removidos conforme signals/serviços → limpeza externa acompanha cascata local quando possível.</a:t>
            </a:r>
          </a:p>
        </p:txBody>
      </p:sp>
    </p:spTree>
  </p:cSld>
  <p:clrMapOvr>
    <a:masterClrMapping/>
  </p:clrMapOvr>
</p:sld>
</file>

<file path=ppt/slides/slide1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731520"/>
            <a:ext cx="960120" cy="960120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768096"/>
            <a:ext cx="960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071A33"/>
                </a:solidFill>
                <a:latin typeface="Aptos"/>
              </a:rPr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7 limitações e hipóteses não confirmadas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27248"/>
            <a:ext cx="9875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C5D7E5"/>
                </a:solidFill>
                <a:latin typeface="Aptos"/>
              </a:rPr>
              <a:t>Itens deliberadamente excluídos da contagem de regras confirmadas e apresentados como ressalvas.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5138928"/>
            <a:ext cx="2834640" cy="109728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7 LIMITAÇÕES E HIPÓTESES NÃO CONFIRMADAS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1268</a:t>
            </a:r>
          </a:p>
        </p:txBody>
      </p:sp>
    </p:spTree>
  </p:cSld>
  <p:clrMapOvr>
    <a:masterClrMapping/>
  </p:clrMapOvr>
</p:sld>
</file>

<file path=ppt/slides/slide1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Limitações RN-168–RN-169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NÃO CONFIRMADO · não ensinar como capacidade ativa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LIMITAÇÕES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1269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FFF1E6"/>
          </a:solidFill>
          <a:ln>
            <a:solidFill>
              <a:srgbClr val="D95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D9504E"/>
                </a:solidFill>
                <a:latin typeface="Aptos"/>
              </a:rPr>
              <a:t>RN-168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NÃO CONFIRMADO — ODT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FFF1E6"/>
          </a:solidFill>
          <a:ln>
            <a:solidFill>
              <a:srgbClr val="D95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D9504E"/>
                </a:solidFill>
                <a:latin typeface="Aptos"/>
              </a:rPr>
              <a:t>RN-169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NÃO CONFIRMADO — decomposição 70%/30%</a:t>
            </a:r>
          </a:p>
        </p:txBody>
      </p:sp>
    </p:spTree>
  </p:cSld>
  <p:clrMapOvr>
    <a:masterClrMapping/>
  </p:clrMapOvr>
</p:sld>
</file>

<file path=ppt/slides/slide1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Limitações RN-170–RN-171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NÃO CONFIRMADO · não ensinar como capacidade ativa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LIMITAÇÕES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1270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FFF1E6"/>
          </a:solidFill>
          <a:ln>
            <a:solidFill>
              <a:srgbClr val="D95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D9504E"/>
                </a:solidFill>
                <a:latin typeface="Aptos"/>
              </a:rPr>
              <a:t>RN-170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NÃO CONFIRMADO — congelamento financeiro por documento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FFF1E6"/>
          </a:solidFill>
          <a:ln>
            <a:solidFill>
              <a:srgbClr val="D95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D9504E"/>
                </a:solidFill>
                <a:latin typeface="Aptos"/>
              </a:rPr>
              <a:t>RN-171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NÃO CONFIRMADO — status FINALIZADO do Ofício como fluxo ativo</a:t>
            </a:r>
          </a:p>
        </p:txBody>
      </p:sp>
    </p:spTree>
  </p:cSld>
  <p:clrMapOvr>
    <a:masterClrMapping/>
  </p:clrMapOvr>
</p:sld>
</file>

<file path=ppt/slides/slide1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Limitações RN-172–RN-173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NÃO CONFIRMADO · não ensinar como capacidade ativa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LIMITAÇÕES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1271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FFF1E6"/>
          </a:solidFill>
          <a:ln>
            <a:solidFill>
              <a:srgbClr val="D95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D9504E"/>
                </a:solidFill>
                <a:latin typeface="Aptos"/>
              </a:rPr>
              <a:t>RN-172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NÃO CONFIRMADO — assinatura digital dos documentos gerais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85616"/>
            <a:ext cx="10789920" cy="1993392"/>
          </a:xfrm>
          <a:prstGeom prst="roundRect">
            <a:avLst/>
          </a:prstGeom>
          <a:solidFill>
            <a:srgbClr val="FFF1E6"/>
          </a:solidFill>
          <a:ln>
            <a:solidFill>
              <a:srgbClr val="D95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86784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D9504E"/>
                </a:solidFill>
                <a:latin typeface="Aptos"/>
              </a:rPr>
              <a:t>RN-173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959352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NÃO CONFIRMADO — API externa de rotas sempre disponível</a:t>
            </a:r>
          </a:p>
        </p:txBody>
      </p:sp>
    </p:spTree>
  </p:cSld>
  <p:clrMapOvr>
    <a:masterClrMapping/>
  </p:clrMapOvr>
</p:sld>
</file>

<file path=ppt/slides/slide1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Limitações RN-174–RN-174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NÃO CONFIRMADO · não ensinar como capacidade ativa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LIMITAÇÕES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1272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89888"/>
            <a:ext cx="10789920" cy="1993392"/>
          </a:xfrm>
          <a:prstGeom prst="roundRect">
            <a:avLst/>
          </a:prstGeom>
          <a:solidFill>
            <a:srgbClr val="FFF1E6"/>
          </a:solidFill>
          <a:ln>
            <a:solidFill>
              <a:srgbClr val="D95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D9504E"/>
                </a:solidFill>
                <a:latin typeface="Aptos"/>
              </a:rPr>
              <a:t>RN-174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63624"/>
            <a:ext cx="9098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A3A"/>
                </a:solidFill>
                <a:latin typeface="Aptos"/>
              </a:rPr>
              <a:t>NÃO CONFIRMADO — efeito normativo dos PDFs de referência</a:t>
            </a:r>
          </a:p>
        </p:txBody>
      </p:sp>
    </p:spTree>
  </p:cSld>
  <p:clrMapOvr>
    <a:masterClrMapping/>
  </p:clrMapOvr>
</p:sld>
</file>

<file path=ppt/slides/slide1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731520"/>
            <a:ext cx="960120" cy="960120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768096"/>
            <a:ext cx="960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071A33"/>
                </a:solidFill>
                <a:latin typeface="Aptos"/>
              </a:rPr>
              <a:t>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Documentos gerados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27248"/>
            <a:ext cx="9875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C5D7E5"/>
                </a:solidFill>
                <a:latin typeface="Aptos"/>
              </a:rPr>
              <a:t>Origem, dados, condições, formatos, templates, dependências e resultado de cada família documental.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5138928"/>
            <a:ext cx="2834640" cy="109728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DOCUMENTOS GERADOS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1273</a:t>
            </a:r>
          </a:p>
        </p:txBody>
      </p:sp>
    </p:spTree>
  </p:cSld>
  <p:clrMapOvr>
    <a:masterClrMapping/>
  </p:clrMapOvr>
</p:sld>
</file>

<file path=ppt/slides/slide1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Ofício de viagem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Formatos confirmados: DOCX e PDF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DOCUMENTOS GERADOS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1274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5212080" cy="126187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90472"/>
            <a:ext cx="4754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769AA"/>
                </a:solidFill>
                <a:latin typeface="Aptos"/>
              </a:rPr>
              <a:t>ORIGEM / PÁGINA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37943"/>
            <a:ext cx="4754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Ofícios · etapa Documentos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1325880"/>
            <a:ext cx="521208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490472"/>
            <a:ext cx="4754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769AA"/>
                </a:solidFill>
                <a:latin typeface="Aptos"/>
              </a:rPr>
              <a:t>DADOS UTILIZADOS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1837943"/>
            <a:ext cx="4754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Dados do cadastro, viajantes, transporte, roteiro e justificativa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98648"/>
            <a:ext cx="5212080" cy="126187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063240"/>
            <a:ext cx="4754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769AA"/>
                </a:solidFill>
                <a:latin typeface="Aptos"/>
              </a:rPr>
              <a:t>CONDIÇÕES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10712"/>
            <a:ext cx="4754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Etapas obrigatórias válidas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2898648"/>
            <a:ext cx="521208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3063240"/>
            <a:ext cx="4754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769AA"/>
                </a:solidFill>
                <a:latin typeface="Aptos"/>
              </a:rPr>
              <a:t>TEMPLATE / DEPENDÊNCIAS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3410712"/>
            <a:ext cx="4754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Modelo institucional do ofício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4480560"/>
            <a:ext cx="5349240" cy="126187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4645152"/>
            <a:ext cx="4892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769AA"/>
                </a:solidFill>
                <a:latin typeface="Aptos"/>
              </a:rPr>
              <a:t>APÓS A GERAÇÃO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992624"/>
            <a:ext cx="4892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Cria artefato vinculado e pode seguir para Drive/protocolo</a:t>
            </a:r>
          </a:p>
        </p:txBody>
      </p:sp>
    </p:spTree>
  </p:cSld>
  <p:clrMapOvr>
    <a:masterClrMapping/>
  </p:clrMapOvr>
</p:sld>
</file>

<file path=ppt/slides/slide1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Termo de autorização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Formatos confirmados: DOCX e PDF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DOCUMENTOS GERADOS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5212080" cy="126187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90472"/>
            <a:ext cx="4754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769AA"/>
                </a:solidFill>
                <a:latin typeface="Aptos"/>
              </a:rPr>
              <a:t>ORIGEM / PÁGINA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37943"/>
            <a:ext cx="4754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Termos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1325880"/>
            <a:ext cx="521208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490472"/>
            <a:ext cx="4754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769AA"/>
                </a:solidFill>
                <a:latin typeface="Aptos"/>
              </a:rPr>
              <a:t>DADOS UTILIZADOS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1837943"/>
            <a:ext cx="4754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Ofício, servidor, período, destino e condições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98648"/>
            <a:ext cx="5212080" cy="126187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063240"/>
            <a:ext cx="4754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769AA"/>
                </a:solidFill>
                <a:latin typeface="Aptos"/>
              </a:rPr>
              <a:t>CONDIÇÕES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10712"/>
            <a:ext cx="4754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Termo completo e vínculo válido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2898648"/>
            <a:ext cx="521208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3063240"/>
            <a:ext cx="4754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769AA"/>
                </a:solidFill>
                <a:latin typeface="Aptos"/>
              </a:rPr>
              <a:t>TEMPLATE / DEPENDÊNCIAS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3410712"/>
            <a:ext cx="4754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Template de termo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4480560"/>
            <a:ext cx="5349240" cy="126187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4645152"/>
            <a:ext cx="4892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769AA"/>
                </a:solidFill>
                <a:latin typeface="Aptos"/>
              </a:rPr>
              <a:t>APÓS A GERAÇÃO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992624"/>
            <a:ext cx="4892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Permanece ligado ao ofício e disponível para assinatura/download</a:t>
            </a:r>
          </a:p>
        </p:txBody>
      </p:sp>
    </p:spTree>
  </p:cSld>
  <p:clrMapOvr>
    <a:masterClrMapping/>
  </p:clrMapOvr>
</p:sld>
</file>

<file path=ppt/slides/slide1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Justificativa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Formatos confirmados: DOCX/PDF quando incorporado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DOCUMENTOS GERADOS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1276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5212080" cy="126187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90472"/>
            <a:ext cx="4754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769AA"/>
                </a:solidFill>
                <a:latin typeface="Aptos"/>
              </a:rPr>
              <a:t>ORIGEM / PÁGINA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37943"/>
            <a:ext cx="4754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Justificativas/Ofício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1325880"/>
            <a:ext cx="521208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490472"/>
            <a:ext cx="4754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769AA"/>
                </a:solidFill>
                <a:latin typeface="Aptos"/>
              </a:rPr>
              <a:t>DADOS UTILIZADOS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1837943"/>
            <a:ext cx="4754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Motivo e texto formal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98648"/>
            <a:ext cx="5212080" cy="126187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063240"/>
            <a:ext cx="4754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769AA"/>
                </a:solidFill>
                <a:latin typeface="Aptos"/>
              </a:rPr>
              <a:t>CONDIÇÕES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10712"/>
            <a:ext cx="4754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Conteúdo validado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2898648"/>
            <a:ext cx="521208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3063240"/>
            <a:ext cx="4754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769AA"/>
                </a:solidFill>
                <a:latin typeface="Aptos"/>
              </a:rPr>
              <a:t>TEMPLATE / DEPENDÊNCIAS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3410712"/>
            <a:ext cx="4754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Modelos de texto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4480560"/>
            <a:ext cx="5349240" cy="126187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4645152"/>
            <a:ext cx="4892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769AA"/>
                </a:solidFill>
                <a:latin typeface="Aptos"/>
              </a:rPr>
              <a:t>APÓS A GERAÇÃO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992624"/>
            <a:ext cx="4892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Integra documentos da solicitação</a:t>
            </a:r>
          </a:p>
        </p:txBody>
      </p:sp>
    </p:spTree>
  </p:cSld>
  <p:clrMapOvr>
    <a:masterClrMapping/>
  </p:clrMapOvr>
</p:sld>
</file>

<file path=ppt/slides/slide1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Plano de trabalho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Formatos confirmados: DOCX e PDF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DOCUMENTOS GERADOS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1277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5212080" cy="126187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90472"/>
            <a:ext cx="4754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769AA"/>
                </a:solidFill>
                <a:latin typeface="Aptos"/>
              </a:rPr>
              <a:t>ORIGEM / PÁGINA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37943"/>
            <a:ext cx="4754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Planos · etapa Documentos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1325880"/>
            <a:ext cx="521208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490472"/>
            <a:ext cx="4754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769AA"/>
                </a:solidFill>
                <a:latin typeface="Aptos"/>
              </a:rPr>
              <a:t>DADOS UTILIZADOS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1837943"/>
            <a:ext cx="4754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Identificação, efetivo, diárias, atividades e horários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98648"/>
            <a:ext cx="5212080" cy="126187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063240"/>
            <a:ext cx="4754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769AA"/>
                </a:solidFill>
                <a:latin typeface="Aptos"/>
              </a:rPr>
              <a:t>CONDIÇÕES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10712"/>
            <a:ext cx="4754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Wizard consistente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2898648"/>
            <a:ext cx="521208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3063240"/>
            <a:ext cx="4754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769AA"/>
                </a:solidFill>
                <a:latin typeface="Aptos"/>
              </a:rPr>
              <a:t>TEMPLATE / DEPENDÊNCIAS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3410712"/>
            <a:ext cx="4754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Template de plano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4480560"/>
            <a:ext cx="5349240" cy="126187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4645152"/>
            <a:ext cx="4892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769AA"/>
                </a:solidFill>
                <a:latin typeface="Aptos"/>
              </a:rPr>
              <a:t>APÓS A GERAÇÃO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992624"/>
            <a:ext cx="4892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Gera artefato e apoia ordem de serviço</a:t>
            </a:r>
          </a:p>
        </p:txBody>
      </p:sp>
    </p:spTree>
  </p:cSld>
  <p:clrMapOvr>
    <a:masterClrMapping/>
  </p:clrMapOvr>
</p:sld>
</file>

<file path=ppt/slides/slide1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Ordem de serviço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Formatos confirmados: DOCX e PDF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DOCUMENTOS GERADOS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1278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5212080" cy="126187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90472"/>
            <a:ext cx="4754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769AA"/>
                </a:solidFill>
                <a:latin typeface="Aptos"/>
              </a:rPr>
              <a:t>ORIGEM / PÁGINA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37943"/>
            <a:ext cx="4754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Ordens de serviço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1325880"/>
            <a:ext cx="521208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490472"/>
            <a:ext cx="4754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769AA"/>
                </a:solidFill>
                <a:latin typeface="Aptos"/>
              </a:rPr>
              <a:t>DADOS UTILIZADOS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1837943"/>
            <a:ext cx="4754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Evento/plano, equipe, funções, período e destino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98648"/>
            <a:ext cx="5212080" cy="126187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063240"/>
            <a:ext cx="4754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769AA"/>
                </a:solidFill>
                <a:latin typeface="Aptos"/>
              </a:rPr>
              <a:t>CONDIÇÕES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10712"/>
            <a:ext cx="4754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Numeração e dados obrigatórios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2898648"/>
            <a:ext cx="521208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3063240"/>
            <a:ext cx="4754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769AA"/>
                </a:solidFill>
                <a:latin typeface="Aptos"/>
              </a:rPr>
              <a:t>TEMPLATE / DEPENDÊNCIAS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3410712"/>
            <a:ext cx="4754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Template de ordem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4480560"/>
            <a:ext cx="5349240" cy="126187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4645152"/>
            <a:ext cx="4892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769AA"/>
                </a:solidFill>
                <a:latin typeface="Aptos"/>
              </a:rPr>
              <a:t>APÓS A GERAÇÃO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992624"/>
            <a:ext cx="4892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Cria artefato numerado e rastreável</a:t>
            </a:r>
          </a:p>
        </p:txBody>
      </p:sp>
    </p:spTree>
  </p:cSld>
  <p:clrMapOvr>
    <a:masterClrMapping/>
  </p:clrMapOvr>
</p:sld>
</file>

<file path=ppt/slides/slide1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Relatório técnico de viagem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Formatos confirmados: DOCX e PDF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DOCUMENTOS GERADOS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1279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5212080" cy="126187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90472"/>
            <a:ext cx="4754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769AA"/>
                </a:solidFill>
                <a:latin typeface="Aptos"/>
              </a:rPr>
              <a:t>ORIGEM / PÁGINA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37943"/>
            <a:ext cx="4754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Prestação · Relatório técnico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1325880"/>
            <a:ext cx="521208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490472"/>
            <a:ext cx="4754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769AA"/>
                </a:solidFill>
                <a:latin typeface="Aptos"/>
              </a:rPr>
              <a:t>DADOS UTILIZADOS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1837943"/>
            <a:ext cx="4754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Atividades, conclusões, meios, ocorrências e observações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98648"/>
            <a:ext cx="5212080" cy="126187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063240"/>
            <a:ext cx="4754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769AA"/>
                </a:solidFill>
                <a:latin typeface="Aptos"/>
              </a:rPr>
              <a:t>CONDIÇÕES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10712"/>
            <a:ext cx="4754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Campos obrigatórios e prestação válida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2898648"/>
            <a:ext cx="521208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3063240"/>
            <a:ext cx="4754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769AA"/>
                </a:solidFill>
                <a:latin typeface="Aptos"/>
              </a:rPr>
              <a:t>TEMPLATE / DEPENDÊNCIAS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3410712"/>
            <a:ext cx="4754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Template de 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4480560"/>
            <a:ext cx="5349240" cy="126187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4645152"/>
            <a:ext cx="4892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769AA"/>
                </a:solidFill>
                <a:latin typeface="Aptos"/>
              </a:rPr>
              <a:t>APÓS A GERAÇÃO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992624"/>
            <a:ext cx="4892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Integra o consolidado e pode seguir para assinatura</a:t>
            </a:r>
          </a:p>
        </p:txBody>
      </p:sp>
    </p:spTree>
  </p:cSld>
  <p:clrMapOvr>
    <a:masterClrMapping/>
  </p:clrMapOvr>
</p:sld>
</file>

<file path=ppt/slides/slide1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Diário de bordo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Formatos confirmados: DOCX e PDF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DOCUMENTOS GERADOS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1280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5212080" cy="126187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90472"/>
            <a:ext cx="4754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769AA"/>
                </a:solidFill>
                <a:latin typeface="Aptos"/>
              </a:rPr>
              <a:t>ORIGEM / PÁGINA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37943"/>
            <a:ext cx="4754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Prestação · Diário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1325880"/>
            <a:ext cx="521208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490472"/>
            <a:ext cx="4754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769AA"/>
                </a:solidFill>
                <a:latin typeface="Aptos"/>
              </a:rPr>
              <a:t>DADOS UTILIZADOS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1837943"/>
            <a:ext cx="4754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Trechos realizados, horários, motorista e viatura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98648"/>
            <a:ext cx="5212080" cy="126187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063240"/>
            <a:ext cx="4754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769AA"/>
                </a:solidFill>
                <a:latin typeface="Aptos"/>
              </a:rPr>
              <a:t>CONDIÇÕES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10712"/>
            <a:ext cx="4754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Trechos e responsáveis confirmados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2898648"/>
            <a:ext cx="521208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3063240"/>
            <a:ext cx="4754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769AA"/>
                </a:solidFill>
                <a:latin typeface="Aptos"/>
              </a:rPr>
              <a:t>TEMPLATE / DEPENDÊNCIAS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3410712"/>
            <a:ext cx="4754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Template de diário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4480560"/>
            <a:ext cx="5349240" cy="126187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4645152"/>
            <a:ext cx="4892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769AA"/>
                </a:solidFill>
                <a:latin typeface="Aptos"/>
              </a:rPr>
              <a:t>APÓS A GERAÇÃO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992624"/>
            <a:ext cx="4892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Compõe a prestação e o consolidado</a:t>
            </a:r>
          </a:p>
        </p:txBody>
      </p:sp>
    </p:spTree>
  </p:cSld>
  <p:clrMapOvr>
    <a:masterClrMapping/>
  </p:clrMapOvr>
</p:sld>
</file>

<file path=ppt/slides/slide1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Consolidado da prestação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Formatos confirmados: PDF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DOCUMENTOS GERADOS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1281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5212080" cy="126187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90472"/>
            <a:ext cx="4754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769AA"/>
                </a:solidFill>
                <a:latin typeface="Aptos"/>
              </a:rPr>
              <a:t>ORIGEM / PÁGINA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37943"/>
            <a:ext cx="4754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Prestação · Consolidado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1325880"/>
            <a:ext cx="521208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490472"/>
            <a:ext cx="4754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769AA"/>
                </a:solidFill>
                <a:latin typeface="Aptos"/>
              </a:rPr>
              <a:t>DADOS UTILIZADOS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1837943"/>
            <a:ext cx="4754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RT, diário e documentos comprobatórios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98648"/>
            <a:ext cx="5212080" cy="126187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063240"/>
            <a:ext cx="4754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769AA"/>
                </a:solidFill>
                <a:latin typeface="Aptos"/>
              </a:rPr>
              <a:t>CONDIÇÕES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10712"/>
            <a:ext cx="4754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Pendências documentais resolvidas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2898648"/>
            <a:ext cx="521208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3063240"/>
            <a:ext cx="4754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769AA"/>
                </a:solidFill>
                <a:latin typeface="Aptos"/>
              </a:rPr>
              <a:t>TEMPLATE / DEPENDÊNCIAS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3410712"/>
            <a:ext cx="4754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Composição de artefatos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4480560"/>
            <a:ext cx="5349240" cy="126187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4645152"/>
            <a:ext cx="4892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769AA"/>
                </a:solidFill>
                <a:latin typeface="Aptos"/>
              </a:rPr>
              <a:t>APÓS A GERAÇÃO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992624"/>
            <a:ext cx="4892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Produz o pacote final da prestação</a:t>
            </a:r>
          </a:p>
        </p:txBody>
      </p:sp>
    </p:spTree>
  </p:cSld>
  <p:clrMapOvr>
    <a:masterClrMapping/>
  </p:clrMapOvr>
</p:sld>
</file>

<file path=ppt/slides/slide1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Planilhas operacionais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Formatos confirmados: XLSX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DOCUMENTOS GERADOS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1282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5212080" cy="126187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90472"/>
            <a:ext cx="4754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769AA"/>
                </a:solidFill>
                <a:latin typeface="Aptos"/>
              </a:rPr>
              <a:t>ORIGEM / PÁGINA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37943"/>
            <a:ext cx="4754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Fluxos que oferecem exportação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1325880"/>
            <a:ext cx="521208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490472"/>
            <a:ext cx="4754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769AA"/>
                </a:solidFill>
                <a:latin typeface="Aptos"/>
              </a:rPr>
              <a:t>DADOS UTILIZADOS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1837943"/>
            <a:ext cx="4754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Registros listados e dados consolidados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98648"/>
            <a:ext cx="5212080" cy="126187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063240"/>
            <a:ext cx="4754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769AA"/>
                </a:solidFill>
                <a:latin typeface="Aptos"/>
              </a:rPr>
              <a:t>CONDIÇÕES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10712"/>
            <a:ext cx="4754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Disponibilidade da ação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2898648"/>
            <a:ext cx="521208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3063240"/>
            <a:ext cx="4754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769AA"/>
                </a:solidFill>
                <a:latin typeface="Aptos"/>
              </a:rPr>
              <a:t>TEMPLATE / DEPENDÊNCIAS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3410712"/>
            <a:ext cx="4754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Gerador de planilha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4480560"/>
            <a:ext cx="5349240" cy="1261872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4645152"/>
            <a:ext cx="4892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769AA"/>
                </a:solidFill>
                <a:latin typeface="Aptos"/>
              </a:rPr>
              <a:t>APÓS A GERAÇÃO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992624"/>
            <a:ext cx="4892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Baixa arquivo para conferência externa</a:t>
            </a:r>
          </a:p>
        </p:txBody>
      </p:sp>
    </p:spTree>
  </p:cSld>
  <p:clrMapOvr>
    <a:masterClrMapping/>
  </p:clrMapOvr>
</p:sld>
</file>

<file path=ppt/slides/slide1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731520"/>
            <a:ext cx="960120" cy="960120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768096"/>
            <a:ext cx="960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071A33"/>
                </a:solidFill>
                <a:latin typeface="Aptos"/>
              </a:rPr>
              <a:t>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Permissões, validações e exceções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27248"/>
            <a:ext cx="9875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C5D7E5"/>
                </a:solidFill>
                <a:latin typeface="Aptos"/>
              </a:rPr>
              <a:t>Como papéis, estados, mensagens e alternativas modificam o comportamento operacional.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5138928"/>
            <a:ext cx="2834640" cy="109728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PERMISSÕES, VALIDAÇÕES E EXCEÇÕES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1283</a:t>
            </a:r>
          </a:p>
        </p:txBody>
      </p:sp>
    </p:spTree>
  </p:cSld>
  <p:clrMapOvr>
    <a:masterClrMapping/>
  </p:clrMapOvr>
</p:sld>
</file>

<file path=ppt/slides/slide1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Permissões por papel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OPERAÇÃO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1284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426464"/>
            <a:ext cx="164592" cy="164592"/>
          </a:xfrm>
          <a:prstGeom prst="ellipse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1353312"/>
            <a:ext cx="10021824" cy="9235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52A3A"/>
                </a:solidFill>
                <a:latin typeface="Aptos"/>
              </a:rPr>
              <a:t>LEITOR consulta e baixa o que está disponível.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350008"/>
            <a:ext cx="164592" cy="164592"/>
          </a:xfrm>
          <a:prstGeom prst="ellipse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2276856"/>
            <a:ext cx="10021824" cy="9235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52A3A"/>
                </a:solidFill>
                <a:latin typeface="Aptos"/>
              </a:rPr>
              <a:t>EDITOR cria e altera registros da área ativa.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273552"/>
            <a:ext cx="164592" cy="164592"/>
          </a:xfrm>
          <a:prstGeom prst="ellipse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3200400"/>
            <a:ext cx="10021824" cy="9235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52A3A"/>
                </a:solidFill>
                <a:latin typeface="Aptos"/>
              </a:rPr>
              <a:t>ADMIN também gerencia vínculos e configurações.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197096"/>
            <a:ext cx="164592" cy="164592"/>
          </a:xfrm>
          <a:prstGeom prst="ellipse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856" y="4123944"/>
            <a:ext cx="10021824" cy="9235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52A3A"/>
                </a:solidFill>
                <a:latin typeface="Aptos"/>
              </a:rPr>
              <a:t>Superusuário satisfaz gates administrativos.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5120640"/>
            <a:ext cx="164592" cy="164592"/>
          </a:xfrm>
          <a:prstGeom prst="ellipse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3856" y="5047488"/>
            <a:ext cx="10021824" cy="9235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52A3A"/>
                </a:solidFill>
                <a:latin typeface="Aptos"/>
              </a:rPr>
              <a:t>A interface acompanha a política, mas o backend faz o bloqueio final.</a:t>
            </a:r>
          </a:p>
        </p:txBody>
      </p:sp>
    </p:spTree>
  </p:cSld>
  <p:clrMapOvr>
    <a:masterClrMapping/>
  </p:clrMapOvr>
</p:sld>
</file>

<file path=ppt/slides/slide1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Validações e como corrigir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OPERAÇÃO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1285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426464"/>
            <a:ext cx="164592" cy="164592"/>
          </a:xfrm>
          <a:prstGeom prst="ellipse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1353312"/>
            <a:ext cx="10021824" cy="9235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52A3A"/>
                </a:solidFill>
                <a:latin typeface="Aptos"/>
              </a:rPr>
              <a:t>Obrigatório ausente → preencher o campo destacado.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350008"/>
            <a:ext cx="164592" cy="164592"/>
          </a:xfrm>
          <a:prstGeom prst="ellipse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2276856"/>
            <a:ext cx="10021824" cy="9235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52A3A"/>
                </a:solidFill>
                <a:latin typeface="Aptos"/>
              </a:rPr>
              <a:t>Dependência inconsistente → revisar a escolha que controla a seção.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273552"/>
            <a:ext cx="164592" cy="164592"/>
          </a:xfrm>
          <a:prstGeom prst="ellipse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3200400"/>
            <a:ext cx="10021824" cy="9235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52A3A"/>
                </a:solidFill>
                <a:latin typeface="Aptos"/>
              </a:rPr>
              <a:t>Formato inválido → usar máscara e padrão indicados.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197096"/>
            <a:ext cx="164592" cy="164592"/>
          </a:xfrm>
          <a:prstGeom prst="ellipse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856" y="4123944"/>
            <a:ext cx="10021824" cy="9235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52A3A"/>
                </a:solidFill>
                <a:latin typeface="Aptos"/>
              </a:rPr>
              <a:t>Documento pendente → anexar ou concluir a etapa anterior.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5120640"/>
            <a:ext cx="164592" cy="164592"/>
          </a:xfrm>
          <a:prstGeom prst="ellipse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3856" y="5047488"/>
            <a:ext cx="10021824" cy="9235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52A3A"/>
                </a:solidFill>
                <a:latin typeface="Aptos"/>
              </a:rPr>
              <a:t>Sessão expirada → autenticar novamente; preserve o endereço de retorno.</a:t>
            </a:r>
          </a:p>
        </p:txBody>
      </p:sp>
    </p:spTree>
  </p:cSld>
  <p:clrMapOvr>
    <a:masterClrMapping/>
  </p:clrMapOvr>
</p:sld>
</file>

<file path=ppt/slides/slide1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Listas e estados vazios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OPERAÇÃO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1286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426464"/>
            <a:ext cx="164592" cy="164592"/>
          </a:xfrm>
          <a:prstGeom prst="ellipse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1353312"/>
            <a:ext cx="10021824" cy="9235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52A3A"/>
                </a:solidFill>
                <a:latin typeface="Aptos"/>
              </a:rPr>
              <a:t>Busca e filtros não alteram os registros.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350008"/>
            <a:ext cx="164592" cy="164592"/>
          </a:xfrm>
          <a:prstGeom prst="ellipse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2276856"/>
            <a:ext cx="10021824" cy="9235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52A3A"/>
                </a:solidFill>
                <a:latin typeface="Aptos"/>
              </a:rPr>
              <a:t>Ordenação muda apenas a apresentação.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273552"/>
            <a:ext cx="164592" cy="164592"/>
          </a:xfrm>
          <a:prstGeom prst="ellipse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3200400"/>
            <a:ext cx="10021824" cy="9235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52A3A"/>
                </a:solidFill>
                <a:latin typeface="Aptos"/>
              </a:rPr>
              <a:t>Chips e badges resumem situação comprovada.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197096"/>
            <a:ext cx="164592" cy="164592"/>
          </a:xfrm>
          <a:prstGeom prst="ellipse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856" y="4123944"/>
            <a:ext cx="10021824" cy="9235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52A3A"/>
                </a:solidFill>
                <a:latin typeface="Aptos"/>
              </a:rPr>
              <a:t>Paginação preserva filtros reconhecidos.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5120640"/>
            <a:ext cx="164592" cy="164592"/>
          </a:xfrm>
          <a:prstGeom prst="ellipse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3856" y="5047488"/>
            <a:ext cx="10021824" cy="9235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52A3A"/>
                </a:solidFill>
                <a:latin typeface="Aptos"/>
              </a:rPr>
              <a:t>Sem resultados, limpe filtros ou crie um registro se tiver permissão.</a:t>
            </a:r>
          </a:p>
        </p:txBody>
      </p:sp>
    </p:spTree>
  </p:cSld>
  <p:clrMapOvr>
    <a:masterClrMapping/>
  </p:clrMapOvr>
</p:sld>
</file>

<file path=ppt/slides/slide1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Formulários e salvamento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OPERAÇÃO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1287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426464"/>
            <a:ext cx="164592" cy="164592"/>
          </a:xfrm>
          <a:prstGeom prst="ellipse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1353312"/>
            <a:ext cx="10021824" cy="9235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52A3A"/>
                </a:solidFill>
                <a:latin typeface="Aptos"/>
              </a:rPr>
              <a:t>Criação e edição podem compartilhar estrutura.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350008"/>
            <a:ext cx="164592" cy="164592"/>
          </a:xfrm>
          <a:prstGeom prst="ellipse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2276856"/>
            <a:ext cx="10021824" cy="9235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52A3A"/>
                </a:solidFill>
                <a:latin typeface="Aptos"/>
              </a:rPr>
              <a:t>Campos condicionais surgem após a escolha controladora.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273552"/>
            <a:ext cx="164592" cy="164592"/>
          </a:xfrm>
          <a:prstGeom prst="ellipse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3200400"/>
            <a:ext cx="10021824" cy="9235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52A3A"/>
                </a:solidFill>
                <a:latin typeface="Aptos"/>
              </a:rPr>
              <a:t>Selects consultam cadastros da área ativa.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197096"/>
            <a:ext cx="164592" cy="164592"/>
          </a:xfrm>
          <a:prstGeom prst="ellipse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856" y="4123944"/>
            <a:ext cx="10021824" cy="9235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52A3A"/>
                </a:solidFill>
                <a:latin typeface="Aptos"/>
              </a:rPr>
              <a:t>Salvar executa validação de frontend e backend.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5120640"/>
            <a:ext cx="164592" cy="164592"/>
          </a:xfrm>
          <a:prstGeom prst="ellipse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3856" y="5047488"/>
            <a:ext cx="10021824" cy="9235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52A3A"/>
                </a:solidFill>
                <a:latin typeface="Aptos"/>
              </a:rPr>
              <a:t>Sucesso persiste dados e redireciona ou libera a próxima etapa.</a:t>
            </a:r>
          </a:p>
        </p:txBody>
      </p:sp>
    </p:spTree>
  </p:cSld>
  <p:clrMapOvr>
    <a:masterClrMapping/>
  </p:clrMapOvr>
</p:sld>
</file>

<file path=ppt/slides/slide1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Wizards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OPERAÇÃO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1288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426464"/>
            <a:ext cx="164592" cy="164592"/>
          </a:xfrm>
          <a:prstGeom prst="ellipse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1353312"/>
            <a:ext cx="10021824" cy="9235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52A3A"/>
                </a:solidFill>
                <a:latin typeface="Aptos"/>
              </a:rPr>
              <a:t>Cada etapa possui finalidade e pendências próprias.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350008"/>
            <a:ext cx="164592" cy="164592"/>
          </a:xfrm>
          <a:prstGeom prst="ellipse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2276856"/>
            <a:ext cx="10021824" cy="9235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52A3A"/>
                </a:solidFill>
                <a:latin typeface="Aptos"/>
              </a:rPr>
              <a:t>Dados salvos permanecem ao avançar ou voltar.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273552"/>
            <a:ext cx="164592" cy="164592"/>
          </a:xfrm>
          <a:prstGeom prst="ellipse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3200400"/>
            <a:ext cx="10021824" cy="9235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52A3A"/>
                </a:solidFill>
                <a:latin typeface="Aptos"/>
              </a:rPr>
              <a:t>Etapas futuras podem ficar bloqueadas até a consistência mínima.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197096"/>
            <a:ext cx="164592" cy="164592"/>
          </a:xfrm>
          <a:prstGeom prst="ellipse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856" y="4123944"/>
            <a:ext cx="10021824" cy="9235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52A3A"/>
                </a:solidFill>
                <a:latin typeface="Aptos"/>
              </a:rPr>
              <a:t>Retornar permite corrigir sem apagar as demais etapas.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5120640"/>
            <a:ext cx="164592" cy="164592"/>
          </a:xfrm>
          <a:prstGeom prst="ellipse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3856" y="5047488"/>
            <a:ext cx="10021824" cy="9235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52A3A"/>
                </a:solidFill>
                <a:latin typeface="Aptos"/>
              </a:rPr>
              <a:t>A revisão final reúne o que será documentado ou executado.</a:t>
            </a:r>
          </a:p>
        </p:txBody>
      </p:sp>
    </p:spTree>
  </p:cSld>
  <p:clrMapOvr>
    <a:masterClrMapping/>
  </p:clrMapOvr>
</p:sld>
</file>

<file path=ppt/slides/slide1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Fluxos alternativos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OPERAÇÃO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1289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426464"/>
            <a:ext cx="164592" cy="164592"/>
          </a:xfrm>
          <a:prstGeom prst="ellipse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1353312"/>
            <a:ext cx="10021824" cy="9235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52A3A"/>
                </a:solidFill>
                <a:latin typeface="Aptos"/>
              </a:rPr>
              <a:t>Custeio por outra instituição revela identificação adicional.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350008"/>
            <a:ext cx="164592" cy="164592"/>
          </a:xfrm>
          <a:prstGeom prst="ellipse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2276856"/>
            <a:ext cx="10021824" cy="9235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52A3A"/>
                </a:solidFill>
                <a:latin typeface="Aptos"/>
              </a:rPr>
              <a:t>Motorista não cadastrado libera preenchimento manual e protocolo.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273552"/>
            <a:ext cx="164592" cy="164592"/>
          </a:xfrm>
          <a:prstGeom prst="ellipse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3200400"/>
            <a:ext cx="10021824" cy="9235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52A3A"/>
                </a:solidFill>
                <a:latin typeface="Aptos"/>
              </a:rPr>
              <a:t>Diferentes transportes alteram campos e documentos exigidos.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197096"/>
            <a:ext cx="164592" cy="164592"/>
          </a:xfrm>
          <a:prstGeom prst="ellipse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856" y="4123944"/>
            <a:ext cx="10021824" cy="9235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52A3A"/>
                </a:solidFill>
                <a:latin typeface="Aptos"/>
              </a:rPr>
              <a:t>Cancelamento/finalização mudam ações disponíveis.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5120640"/>
            <a:ext cx="164592" cy="164592"/>
          </a:xfrm>
          <a:prstGeom prst="ellipse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3856" y="5047488"/>
            <a:ext cx="10021824" cy="9235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52A3A"/>
                </a:solidFill>
                <a:latin typeface="Aptos"/>
              </a:rPr>
              <a:t>Ausência de integração mantém estado pendente e permite reprocessamento controlado.</a:t>
            </a:r>
          </a:p>
        </p:txBody>
      </p:sp>
    </p:spTree>
  </p:cSld>
  <p:clrMapOvr>
    <a:masterClrMapping/>
  </p:clrMapOvr>
</p:sld>
</file>

<file path=ppt/slides/slide1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731520"/>
            <a:ext cx="960120" cy="960120"/>
          </a:xfrm>
          <a:prstGeom prst="round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768096"/>
            <a:ext cx="960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071A33"/>
                </a:solidFill>
                <a:latin typeface="Aptos"/>
              </a:rPr>
              <a:t>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Guia rápido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27248"/>
            <a:ext cx="9875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C5D7E5"/>
                </a:solidFill>
                <a:latin typeface="Aptos"/>
              </a:rPr>
              <a:t>Uma operação por slide: screenshot real, números, linhas e instruções curtas.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5138928"/>
            <a:ext cx="2834640" cy="109728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GUIA RÁPIDO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1290</a:t>
            </a:r>
          </a:p>
        </p:txBody>
      </p:sp>
    </p:spTree>
  </p:cSld>
  <p:clrMapOvr>
    <a:masterClrMapping/>
  </p:clrMapOvr>
</p:sld>
</file>

<file path=ppt/slides/slide1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Guia rápido — Entrar e confirmar a área · Acesso ao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GUIA RÁPIDO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1291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Credenciais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Informe usuário e senha institucionais.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Entrar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Envie o formulário; erros permanecem visíveis.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Área ativa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Confirme a unidade no cabeçalho após entrar.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Painel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Abra o módulo desejado pelos cards ou menu.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Guia rápido — Localizar um ofício · Lista de ofícios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GUIA RÁPIDO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1292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ficios-lis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Abra Ofícios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Use o menu Documentos.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Filtre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Escolha situação, período ou busca.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Leia o card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Confira número, viagem, pessoa e valor.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Abra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Use a ação do card para continuar.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Guia rápido — Cadastrar um ofício · Ofício — dados e viajantes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GUIA RÁPIDO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1293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ficios-wizard-dados-viajan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193" y="1234440"/>
            <a:ext cx="5821253" cy="50840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Identifique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Informe número, protocolo e custeio.</a:t>
            </a:r>
          </a:p>
        </p:txBody>
      </p:sp>
      <p:sp>
        <p:nvSpPr>
          <p:cNvPr id="15" name="Oval 14"/>
          <p:cNvSpPr/>
          <p:nvPr/>
        </p:nvSpPr>
        <p:spPr>
          <a:xfrm>
            <a:off x="1628725" y="149083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8725" y="150455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031061" y="1692005"/>
            <a:ext cx="6271691" cy="118507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Viajantes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Selecione servidores e confira dados derivados.</a:t>
            </a:r>
          </a:p>
        </p:txBody>
      </p:sp>
      <p:sp>
        <p:nvSpPr>
          <p:cNvPr id="23" name="Oval 22"/>
          <p:cNvSpPr/>
          <p:nvPr/>
        </p:nvSpPr>
        <p:spPr>
          <a:xfrm>
            <a:off x="3142251" y="296521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42251" y="297893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544587" y="3035808"/>
            <a:ext cx="4758165" cy="13057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Dependências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Complete campos revelados pelas escolhas.</a:t>
            </a:r>
          </a:p>
        </p:txBody>
      </p:sp>
      <p:sp>
        <p:nvSpPr>
          <p:cNvPr id="31" name="Oval 30"/>
          <p:cNvSpPr/>
          <p:nvPr/>
        </p:nvSpPr>
        <p:spPr>
          <a:xfrm>
            <a:off x="4946839" y="4287072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46839" y="4300788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349175" y="4261104"/>
            <a:ext cx="2953577" cy="22713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Avance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Salve e siga para transporte/roteiro.</a:t>
            </a:r>
          </a:p>
        </p:txBody>
      </p:sp>
      <p:sp>
        <p:nvSpPr>
          <p:cNvPr id="39" name="Oval 38"/>
          <p:cNvSpPr/>
          <p:nvPr/>
        </p:nvSpPr>
        <p:spPr>
          <a:xfrm>
            <a:off x="6169302" y="540556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69302" y="541928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6571638" y="5486400"/>
            <a:ext cx="1731114" cy="120335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Guia rápido — Montar um roteiro · Novo roteiro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GUIA RÁPIDO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1294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oteiros-nov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1255" y="1234440"/>
            <a:ext cx="3707129" cy="50840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Trecho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Escolha origem e destino.</a:t>
            </a:r>
          </a:p>
        </p:txBody>
      </p:sp>
      <p:sp>
        <p:nvSpPr>
          <p:cNvPr id="15" name="Oval 14"/>
          <p:cNvSpPr/>
          <p:nvPr/>
        </p:nvSpPr>
        <p:spPr>
          <a:xfrm>
            <a:off x="2516657" y="149083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6657" y="150455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918993" y="1692005"/>
            <a:ext cx="5383759" cy="118507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Datas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Informe saída e chegada.</a:t>
            </a:r>
          </a:p>
        </p:txBody>
      </p:sp>
      <p:sp>
        <p:nvSpPr>
          <p:cNvPr id="23" name="Oval 22"/>
          <p:cNvSpPr/>
          <p:nvPr/>
        </p:nvSpPr>
        <p:spPr>
          <a:xfrm>
            <a:off x="3480510" y="296521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80510" y="297893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882846" y="3035808"/>
            <a:ext cx="4419906" cy="13057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Cálculo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Revise distância e componentes derivados.</a:t>
            </a:r>
          </a:p>
        </p:txBody>
      </p:sp>
      <p:sp>
        <p:nvSpPr>
          <p:cNvPr id="31" name="Oval 30"/>
          <p:cNvSpPr/>
          <p:nvPr/>
        </p:nvSpPr>
        <p:spPr>
          <a:xfrm>
            <a:off x="4629720" y="4287072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29720" y="4300788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032056" y="4261104"/>
            <a:ext cx="3270696" cy="22713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Salvar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Confirme o roteiro para reutilização.</a:t>
            </a:r>
          </a:p>
        </p:txBody>
      </p:sp>
      <p:sp>
        <p:nvSpPr>
          <p:cNvPr id="39" name="Oval 38"/>
          <p:cNvSpPr/>
          <p:nvPr/>
        </p:nvSpPr>
        <p:spPr>
          <a:xfrm>
            <a:off x="5408217" y="540556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08217" y="541928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5810553" y="5486400"/>
            <a:ext cx="2492199" cy="120335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Guia rápido — Planejar uma operação · Plano — identificação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GUIA RÁPIDO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1295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lanos-identificaca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9479" y="1234440"/>
            <a:ext cx="3770680" cy="50840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Identificação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Vincule evento, período e destino.</a:t>
            </a:r>
          </a:p>
        </p:txBody>
      </p:sp>
      <p:sp>
        <p:nvSpPr>
          <p:cNvPr id="15" name="Oval 14"/>
          <p:cNvSpPr/>
          <p:nvPr/>
        </p:nvSpPr>
        <p:spPr>
          <a:xfrm>
            <a:off x="2489965" y="149083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89965" y="150455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892301" y="1692005"/>
            <a:ext cx="5410451" cy="118507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Efetivo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Inclua equipe e diárias.</a:t>
            </a:r>
          </a:p>
        </p:txBody>
      </p:sp>
      <p:sp>
        <p:nvSpPr>
          <p:cNvPr id="23" name="Oval 22"/>
          <p:cNvSpPr/>
          <p:nvPr/>
        </p:nvSpPr>
        <p:spPr>
          <a:xfrm>
            <a:off x="3470342" y="296521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0342" y="297893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872678" y="3035808"/>
            <a:ext cx="4430074" cy="13057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Atividades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Selecione programas, ações e horários.</a:t>
            </a:r>
          </a:p>
        </p:txBody>
      </p:sp>
      <p:sp>
        <p:nvSpPr>
          <p:cNvPr id="31" name="Oval 30"/>
          <p:cNvSpPr/>
          <p:nvPr/>
        </p:nvSpPr>
        <p:spPr>
          <a:xfrm>
            <a:off x="4639253" y="4287072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39253" y="4300788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041589" y="4261104"/>
            <a:ext cx="3261163" cy="22713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Documentos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Revise anexos e gere o resultado.</a:t>
            </a:r>
          </a:p>
        </p:txBody>
      </p:sp>
      <p:sp>
        <p:nvSpPr>
          <p:cNvPr id="39" name="Oval 38"/>
          <p:cNvSpPr/>
          <p:nvPr/>
        </p:nvSpPr>
        <p:spPr>
          <a:xfrm>
            <a:off x="5431095" y="540556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31095" y="541928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5833431" y="5486400"/>
            <a:ext cx="2469321" cy="120335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Guia rápido — Emitir uma ordem · Nova ordem de serviço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GUIA RÁPIDO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1296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s-nov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3440" y="1234440"/>
            <a:ext cx="4702759" cy="50840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Origem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Escolha evento/plano aplicável.</a:t>
            </a:r>
          </a:p>
        </p:txBody>
      </p:sp>
      <p:sp>
        <p:nvSpPr>
          <p:cNvPr id="15" name="Oval 14"/>
          <p:cNvSpPr/>
          <p:nvPr/>
        </p:nvSpPr>
        <p:spPr>
          <a:xfrm>
            <a:off x="2098492" y="149083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98492" y="150455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00828" y="1692005"/>
            <a:ext cx="5801924" cy="118507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Equipe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Inclua servidores e funções.</a:t>
            </a:r>
          </a:p>
        </p:txBody>
      </p:sp>
      <p:sp>
        <p:nvSpPr>
          <p:cNvPr id="23" name="Oval 22"/>
          <p:cNvSpPr/>
          <p:nvPr/>
        </p:nvSpPr>
        <p:spPr>
          <a:xfrm>
            <a:off x="3321210" y="296521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21210" y="297893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723546" y="3035808"/>
            <a:ext cx="4579206" cy="13057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Confirme destino e datas.</a:t>
            </a:r>
          </a:p>
        </p:txBody>
      </p:sp>
      <p:sp>
        <p:nvSpPr>
          <p:cNvPr id="31" name="Oval 30"/>
          <p:cNvSpPr/>
          <p:nvPr/>
        </p:nvSpPr>
        <p:spPr>
          <a:xfrm>
            <a:off x="4779065" y="4287072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79065" y="4300788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181401" y="4261104"/>
            <a:ext cx="3121351" cy="22713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Gerar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Salve e use a ação documental.</a:t>
            </a:r>
          </a:p>
        </p:txBody>
      </p:sp>
      <p:sp>
        <p:nvSpPr>
          <p:cNvPr id="39" name="Oval 38"/>
          <p:cNvSpPr/>
          <p:nvPr/>
        </p:nvSpPr>
        <p:spPr>
          <a:xfrm>
            <a:off x="5766644" y="540556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66644" y="541928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6168980" y="5486400"/>
            <a:ext cx="2133772" cy="120335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Guia rápido — Preencher a prestação · Prestação — relatório técnico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GUIA RÁPIDO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1297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estacao-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327" y="1234440"/>
            <a:ext cx="3274984" cy="50840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Relatório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Registre atividades e conclusões.</a:t>
            </a:r>
          </a:p>
        </p:txBody>
      </p:sp>
      <p:sp>
        <p:nvSpPr>
          <p:cNvPr id="15" name="Oval 14"/>
          <p:cNvSpPr/>
          <p:nvPr/>
        </p:nvSpPr>
        <p:spPr>
          <a:xfrm>
            <a:off x="2698157" y="149083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8157" y="150455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00493" y="1692005"/>
            <a:ext cx="5202259" cy="118507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Diário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Revise trechos, motorista e viatura.</a:t>
            </a:r>
          </a:p>
        </p:txBody>
      </p:sp>
      <p:sp>
        <p:nvSpPr>
          <p:cNvPr id="23" name="Oval 22"/>
          <p:cNvSpPr/>
          <p:nvPr/>
        </p:nvSpPr>
        <p:spPr>
          <a:xfrm>
            <a:off x="3549653" y="296521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49653" y="297893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951989" y="3035808"/>
            <a:ext cx="4350763" cy="13057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Documentos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Anexe comprovantes exigidos.</a:t>
            </a:r>
          </a:p>
        </p:txBody>
      </p:sp>
      <p:sp>
        <p:nvSpPr>
          <p:cNvPr id="31" name="Oval 30"/>
          <p:cNvSpPr/>
          <p:nvPr/>
        </p:nvSpPr>
        <p:spPr>
          <a:xfrm>
            <a:off x="4564898" y="4287072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64898" y="4300788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4967234" y="4261104"/>
            <a:ext cx="3335518" cy="227136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Consolidado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Confira pendências e gere o PDF final.</a:t>
            </a:r>
          </a:p>
        </p:txBody>
      </p:sp>
      <p:sp>
        <p:nvSpPr>
          <p:cNvPr id="39" name="Oval 38"/>
          <p:cNvSpPr/>
          <p:nvPr/>
        </p:nvSpPr>
        <p:spPr>
          <a:xfrm>
            <a:off x="5252645" y="5405567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52645" y="5419283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5654981" y="5486400"/>
            <a:ext cx="2647771" cy="120335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Guia rápido — Enviar ao protocolo · Protocolo — enviar documento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SLIDE B · marcadores posicionados dentro da captura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GUIA RÁPIDO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1298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207008"/>
            <a:ext cx="7598664" cy="5138927"/>
          </a:xfrm>
          <a:prstGeom prst="rect">
            <a:avLst/>
          </a:prstGeom>
          <a:solidFill>
            <a:srgbClr val="D8E4EC"/>
          </a:solidFill>
          <a:ln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otocolos-envi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034"/>
            <a:ext cx="7543800" cy="47148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2752" y="1298448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1517904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2704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2646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Documento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556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Confirme arquivo e vínculo.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1642204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165592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07592" y="1810512"/>
            <a:ext cx="6995160" cy="3286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2523744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2743200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75234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Metadados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8094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Revise número, assunto e descrição.</a:t>
            </a:r>
          </a:p>
        </p:txBody>
      </p:sp>
      <p:sp>
        <p:nvSpPr>
          <p:cNvPr id="23" name="Oval 22"/>
          <p:cNvSpPr/>
          <p:nvPr/>
        </p:nvSpPr>
        <p:spPr>
          <a:xfrm>
            <a:off x="2866644" y="300951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6644" y="302323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68980" y="3035808"/>
            <a:ext cx="5033772" cy="174878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02752" y="3749039"/>
            <a:ext cx="3364992" cy="1024128"/>
          </a:xfrm>
          <a:prstGeom prst="roundRect">
            <a:avLst/>
          </a:prstGeom>
          <a:solidFill>
            <a:srgbClr val="EEF4F8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3968496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7705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Enviar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Execute quando a integração estiver disponível.</a:t>
            </a:r>
          </a:p>
        </p:txBody>
      </p:sp>
      <p:sp>
        <p:nvSpPr>
          <p:cNvPr id="31" name="Oval 30"/>
          <p:cNvSpPr/>
          <p:nvPr/>
        </p:nvSpPr>
        <p:spPr>
          <a:xfrm>
            <a:off x="5205222" y="4235386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5222" y="4249102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607557" y="4261104"/>
            <a:ext cx="2695195" cy="175450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974336"/>
            <a:ext cx="336499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6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5193792"/>
            <a:ext cx="457200" cy="457200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520293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1023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71A33"/>
                </a:solidFill>
                <a:latin typeface="Aptos"/>
              </a:rPr>
              <a:t>Acompanhar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315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88A"/>
                </a:solidFill>
                <a:latin typeface="Aptos"/>
              </a:rPr>
              <a:t>Volte ao detalhe para ver estado/histórico.</a:t>
            </a:r>
          </a:p>
        </p:txBody>
      </p:sp>
      <p:sp>
        <p:nvSpPr>
          <p:cNvPr id="39" name="Oval 38"/>
          <p:cNvSpPr/>
          <p:nvPr/>
        </p:nvSpPr>
        <p:spPr>
          <a:xfrm>
            <a:off x="6789420" y="5272658"/>
            <a:ext cx="402336" cy="402336"/>
          </a:xfrm>
          <a:prstGeom prst="ellipse">
            <a:avLst/>
          </a:prstGeom>
          <a:solidFill>
            <a:srgbClr val="F4B821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9420" y="5286374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71A33"/>
                </a:solidFill>
                <a:latin typeface="Apto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91755" y="5473826"/>
            <a:ext cx="1110997" cy="12574"/>
          </a:xfrm>
          <a:prstGeom prst="line">
            <a:avLst/>
          </a:prstGeom>
          <a:ln w="19050">
            <a:solidFill>
              <a:srgbClr val="F4B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71A33"/>
                </a:solidFill>
                <a:latin typeface="Aptos"/>
              </a:rPr>
              <a:t>Glossário essencial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ENCERRAMENTO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1299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80160"/>
            <a:ext cx="5074920" cy="1225296"/>
          </a:xfrm>
          <a:prstGeom prst="roundRect">
            <a:avLst/>
          </a:prstGeom>
          <a:solidFill>
            <a:srgbClr val="EEF4F8"/>
          </a:solidFill>
          <a:ln>
            <a:solidFill>
              <a:srgbClr val="D7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463039"/>
            <a:ext cx="1417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769AA"/>
                </a:solidFill>
                <a:latin typeface="Aptos"/>
              </a:rPr>
              <a:t>Área ativa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8568" y="1444751"/>
            <a:ext cx="321868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Unidade que delimita dados e permissões.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496" y="1280160"/>
            <a:ext cx="5074920" cy="1225296"/>
          </a:xfrm>
          <a:prstGeom prst="roundRect">
            <a:avLst/>
          </a:prstGeom>
          <a:solidFill>
            <a:srgbClr val="EEF4F8"/>
          </a:solidFill>
          <a:ln>
            <a:solidFill>
              <a:srgbClr val="D7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63039"/>
            <a:ext cx="1417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769AA"/>
                </a:solidFill>
                <a:latin typeface="Aptos"/>
              </a:rPr>
              <a:t>Roteiro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54696" y="1444751"/>
            <a:ext cx="321868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Trechos, datas, horários e localidades.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52928"/>
            <a:ext cx="5074920" cy="1225296"/>
          </a:xfrm>
          <a:prstGeom prst="roundRect">
            <a:avLst/>
          </a:prstGeom>
          <a:solidFill>
            <a:srgbClr val="EEF4F8"/>
          </a:solidFill>
          <a:ln>
            <a:solidFill>
              <a:srgbClr val="D7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035808"/>
            <a:ext cx="1417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769AA"/>
                </a:solidFill>
                <a:latin typeface="Aptos"/>
              </a:rPr>
              <a:t>Ofício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8568" y="3017520"/>
            <a:ext cx="321868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Cadastro e documento central da solicitação.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2852928"/>
            <a:ext cx="5074920" cy="1225296"/>
          </a:xfrm>
          <a:prstGeom prst="roundRect">
            <a:avLst/>
          </a:prstGeom>
          <a:solidFill>
            <a:srgbClr val="EEF4F8"/>
          </a:solidFill>
          <a:ln>
            <a:solidFill>
              <a:srgbClr val="D7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035808"/>
            <a:ext cx="1417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769AA"/>
                </a:solidFill>
                <a:latin typeface="Aptos"/>
              </a:rPr>
              <a:t>Termo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54696" y="3017520"/>
            <a:ext cx="321868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Autorização formal vinculada à viagem.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425696"/>
            <a:ext cx="5074920" cy="1225296"/>
          </a:xfrm>
          <a:prstGeom prst="roundRect">
            <a:avLst/>
          </a:prstGeom>
          <a:solidFill>
            <a:srgbClr val="EEF4F8"/>
          </a:solidFill>
          <a:ln>
            <a:solidFill>
              <a:srgbClr val="D7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608576"/>
            <a:ext cx="1417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769AA"/>
                </a:solidFill>
                <a:latin typeface="Aptos"/>
              </a:rPr>
              <a:t>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58568" y="4590288"/>
            <a:ext cx="321868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Relatório técnico preenchido na prestação.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4496" y="4425696"/>
            <a:ext cx="5074920" cy="1225296"/>
          </a:xfrm>
          <a:prstGeom prst="roundRect">
            <a:avLst/>
          </a:prstGeom>
          <a:solidFill>
            <a:srgbClr val="EEF4F8"/>
          </a:solidFill>
          <a:ln>
            <a:solidFill>
              <a:srgbClr val="D7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608576"/>
            <a:ext cx="1417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769AA"/>
                </a:solidFill>
                <a:latin typeface="Aptos"/>
              </a:rPr>
              <a:t>Consolidado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54696" y="4590288"/>
            <a:ext cx="321868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52A3A"/>
                </a:solidFill>
                <a:latin typeface="Aptos"/>
              </a:rPr>
              <a:t>Pacote final da prestação de contas.</a:t>
            </a:r>
          </a:p>
        </p:txBody>
      </p:sp>
    </p:spTree>
  </p:cSld>
  <p:clrMapOvr>
    <a:masterClrMapping/>
  </p:clrMapOvr>
</p:sld>
</file>

<file path=ppt/slides/slide1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ptos"/>
              </a:rPr>
              <a:t>Onde entrar → o que preencher → o que acontece depois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423160"/>
            <a:ext cx="96012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C5D7E5"/>
                </a:solidFill>
                <a:latin typeface="Aptos"/>
              </a:rPr>
              <a:t>Documentação rastreável ao sistema real, com ressalvas explícitas onde a execução depende de integração ou token.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251960" y="4069080"/>
            <a:ext cx="3657600" cy="128016"/>
          </a:xfrm>
          <a:prstGeom prst="rect">
            <a:avLst/>
          </a:prstGeom>
          <a:solidFill>
            <a:srgbClr val="F4B821"/>
          </a:solidFill>
          <a:ln>
            <a:solidFill>
              <a:srgbClr val="F4B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663440"/>
            <a:ext cx="8503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1300 slides · 89 estados · 167 regras confirmadas · 7 limitações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71A33"/>
          </a:solidFill>
          <a:ln>
            <a:solidFill>
              <a:srgbClr val="07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9400"/>
            <a:ext cx="6217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CENTRAL DE VIAGENS 3  ·  ENCERRAMENTO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629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4B821"/>
                </a:solidFill>
                <a:latin typeface="Aptos"/>
              </a:rPr>
              <a:t>1300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Completa — Central de Viagens 3</dc:title>
  <dc:subject>NOVO-20260824-174243-3f12fa3e602f</dc:subject>
  <dc:creator>Documentação auditável do sistema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